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15_5A69F129.xml" ContentType="application/vnd.ms-powerpoint.comments+xml"/>
  <Override PartName="/ppt/notesSlides/notesSlide4.xml" ContentType="application/vnd.openxmlformats-officedocument.presentationml.notesSlide+xml"/>
  <Override PartName="/ppt/comments/modernComment_133_4A6DDD32.xml" ContentType="application/vnd.ms-powerpoint.comments+xml"/>
  <Override PartName="/ppt/comments/modernComment_139_66CC1BDB.xml" ContentType="application/vnd.ms-powerpoint.comments+xml"/>
  <Override PartName="/ppt/comments/modernComment_149_9B198EB8.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66" r:id="rId2"/>
    <p:sldId id="303" r:id="rId3"/>
    <p:sldId id="326" r:id="rId4"/>
    <p:sldId id="311" r:id="rId5"/>
    <p:sldId id="304" r:id="rId6"/>
    <p:sldId id="333" r:id="rId7"/>
    <p:sldId id="332" r:id="rId8"/>
    <p:sldId id="334" r:id="rId9"/>
    <p:sldId id="277" r:id="rId10"/>
    <p:sldId id="305" r:id="rId11"/>
    <p:sldId id="322" r:id="rId12"/>
    <p:sldId id="306" r:id="rId13"/>
    <p:sldId id="307" r:id="rId14"/>
    <p:sldId id="327" r:id="rId15"/>
    <p:sldId id="325" r:id="rId16"/>
    <p:sldId id="313" r:id="rId17"/>
    <p:sldId id="335" r:id="rId18"/>
    <p:sldId id="329" r:id="rId19"/>
    <p:sldId id="267" r:id="rId20"/>
  </p:sldIdLst>
  <p:sldSz cx="12192000" cy="6858000"/>
  <p:notesSz cx="6735763"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A9088B-073A-22A4-F476-17001A88DA8D}" name="安川 明伸" initials="安川" userId="S-1-5-21-3466925949-1442353463-2975763132-1356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26" autoAdjust="0"/>
    <p:restoredTop sz="94951" autoAdjust="0"/>
  </p:normalViewPr>
  <p:slideViewPr>
    <p:cSldViewPr snapToGrid="0">
      <p:cViewPr varScale="1">
        <p:scale>
          <a:sx n="74" d="100"/>
          <a:sy n="74" d="100"/>
        </p:scale>
        <p:origin x="49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omments/modernComment_115_5A69F129.xml><?xml version="1.0" encoding="utf-8"?>
<p188:cmLst xmlns:a="http://schemas.openxmlformats.org/drawingml/2006/main" xmlns:r="http://schemas.openxmlformats.org/officeDocument/2006/relationships" xmlns:p188="http://schemas.microsoft.com/office/powerpoint/2018/8/main">
  <p188:cm id="{EB374172-FC49-4295-9C4E-7187AB3114D9}" authorId="{F3A9088B-073A-22A4-F476-17001A88DA8D}" created="2025-04-09T02:20:13.324">
    <ac:deMkLst xmlns:ac="http://schemas.microsoft.com/office/drawing/2013/main/command">
      <pc:docMk xmlns:pc="http://schemas.microsoft.com/office/powerpoint/2013/main/command"/>
      <pc:sldMk xmlns:pc="http://schemas.microsoft.com/office/powerpoint/2013/main/command" cId="1516892457" sldId="277"/>
      <ac:picMk id="6" creationId="{FD34EF9C-0AF9-25C7-7AD8-2D8C612365B1}"/>
    </ac:deMkLst>
    <p188:txBody>
      <a:bodyPr/>
      <a:lstStyle/>
      <a:p>
        <a:r>
          <a:rPr lang="ja-JP" altLang="en-US"/>
          <a:t>https://support.trustlogin.com/hc/ja/articles/900001561826-%E3%82%AF%E3%83%A9%E3%82%A4%E3%82%A2%E3%83%B3%E3%83%88%E8%AA%8D%E8%A8%BC%E3%81%A7%E3%81%AE%E3%83%AD%E3%82%B0%E3%82%A4%E3%83%B3%E6%96%B9%E6%B3%95</a:t>
        </a:r>
      </a:p>
    </p188:txBody>
  </p188:cm>
  <p188:cm id="{9EC58CBB-E198-41DC-B064-8B9ACCD9A3CC}" authorId="{F3A9088B-073A-22A4-F476-17001A88DA8D}" created="2025-05-22T00:54:37.686">
    <ac:txMkLst xmlns:ac="http://schemas.microsoft.com/office/drawing/2013/main/command">
      <pc:docMk xmlns:pc="http://schemas.microsoft.com/office/powerpoint/2013/main/command"/>
      <pc:sldMk xmlns:pc="http://schemas.microsoft.com/office/powerpoint/2013/main/command" cId="1516892457" sldId="277"/>
      <ac:spMk id="23" creationId="{9D9B2821-F915-4658-9001-98EFD54E9E8B}"/>
      <ac:txMk cp="14" len="8">
        <ac:context len="23" hash="1707818055"/>
      </ac:txMk>
    </ac:txMkLst>
    <p188:pos x="2212209" y="373706"/>
    <p188:txBody>
      <a:bodyPr/>
      <a:lstStyle/>
      <a:p>
        <a:r>
          <a:rPr lang="ja-JP" altLang="en-US"/>
          <a:t>初回のみ表示されて２回目以降は表示されないことを追記してください。</a:t>
        </a:r>
      </a:p>
    </p188:txBody>
  </p188:cm>
</p188:cmLst>
</file>

<file path=ppt/comments/modernComment_133_4A6DDD32.xml><?xml version="1.0" encoding="utf-8"?>
<p188:cmLst xmlns:a="http://schemas.openxmlformats.org/drawingml/2006/main" xmlns:r="http://schemas.openxmlformats.org/officeDocument/2006/relationships" xmlns:p188="http://schemas.microsoft.com/office/powerpoint/2018/8/main">
  <p188:cm id="{03DC1A64-E892-4C2C-9A78-59ABFC9C4397}" authorId="{F3A9088B-073A-22A4-F476-17001A88DA8D}" created="2025-05-22T00:51:51.535">
    <ac:txMkLst xmlns:ac="http://schemas.microsoft.com/office/drawing/2013/main/command">
      <pc:docMk xmlns:pc="http://schemas.microsoft.com/office/powerpoint/2013/main/command"/>
      <pc:sldMk xmlns:pc="http://schemas.microsoft.com/office/powerpoint/2013/main/command" cId="1248714034" sldId="307"/>
      <ac:spMk id="12" creationId="{29465E60-7186-5029-CC12-C2A50608ECF9}"/>
      <ac:txMk cp="50" len="22">
        <ac:context len="134" hash="3060176868"/>
      </ac:txMk>
    </ac:txMkLst>
    <p188:pos x="3884423" y="2449687"/>
    <p188:txBody>
      <a:bodyPr/>
      <a:lstStyle/>
      <a:p>
        <a:r>
          <a:rPr lang="ja-JP" altLang="en-US"/>
          <a:t>「同期しない」にしてください。</a:t>
        </a:r>
      </a:p>
    </p188:txBody>
  </p188:cm>
</p188:cmLst>
</file>

<file path=ppt/comments/modernComment_139_66CC1BDB.xml><?xml version="1.0" encoding="utf-8"?>
<p188:cmLst xmlns:a="http://schemas.openxmlformats.org/drawingml/2006/main" xmlns:r="http://schemas.openxmlformats.org/officeDocument/2006/relationships" xmlns:p188="http://schemas.microsoft.com/office/powerpoint/2018/8/main">
  <p188:cm id="{67CAB36B-4753-4776-B851-B45D4C796961}" authorId="{F3A9088B-073A-22A4-F476-17001A88DA8D}" created="2025-05-22T00:58:10.365">
    <ac:txMkLst xmlns:ac="http://schemas.microsoft.com/office/drawing/2013/main/command">
      <pc:docMk xmlns:pc="http://schemas.microsoft.com/office/powerpoint/2013/main/command"/>
      <pc:sldMk xmlns:pc="http://schemas.microsoft.com/office/powerpoint/2013/main/command" cId="1724652507" sldId="313"/>
      <ac:spMk id="12" creationId="{29465E60-7186-5029-CC12-C2A50608ECF9}"/>
      <ac:txMk cp="15" len="10">
        <ac:context len="45" hash="1139100343"/>
      </ac:txMk>
    </ac:txMkLst>
    <p188:pos x="5124765" y="260511"/>
    <p188:txBody>
      <a:bodyPr/>
      <a:lstStyle/>
      <a:p>
        <a:r>
          <a:rPr lang="ja-JP" altLang="en-US"/>
          <a:t>「TAM（SAML）」になります</a:t>
        </a:r>
      </a:p>
    </p188:txBody>
  </p188:cm>
  <p188:cm id="{4103EDE3-70C4-4447-9912-38CD4B8E0026}" authorId="{F3A9088B-073A-22A4-F476-17001A88DA8D}" created="2025-05-22T01:00:15.993">
    <ac:deMkLst xmlns:ac="http://schemas.microsoft.com/office/drawing/2013/main/command">
      <pc:docMk xmlns:pc="http://schemas.microsoft.com/office/powerpoint/2013/main/command"/>
      <pc:sldMk xmlns:pc="http://schemas.microsoft.com/office/powerpoint/2013/main/command" cId="1724652507" sldId="313"/>
      <ac:spMk id="12" creationId="{29465E60-7186-5029-CC12-C2A50608ECF9}"/>
    </ac:deMkLst>
    <p188:txBody>
      <a:bodyPr/>
      <a:lstStyle/>
      <a:p>
        <a:r>
          <a:rPr lang="ja-JP" altLang="en-US"/>
          <a:t>TAMのログインID、パスワードの入力が不要になることを追記してください</a:t>
        </a:r>
      </a:p>
    </p188:txBody>
  </p188:cm>
</p188:cmLst>
</file>

<file path=ppt/comments/modernComment_149_9B198EB8.xml><?xml version="1.0" encoding="utf-8"?>
<p188:cmLst xmlns:a="http://schemas.openxmlformats.org/drawingml/2006/main" xmlns:r="http://schemas.openxmlformats.org/officeDocument/2006/relationships" xmlns:p188="http://schemas.microsoft.com/office/powerpoint/2018/8/main">
  <p188:cm id="{F07CAC8D-C8C4-461D-90EA-5A3A28A6B454}" authorId="{F3A9088B-073A-22A4-F476-17001A88DA8D}" created="2025-05-22T00:53:17.577">
    <ac:txMkLst xmlns:ac="http://schemas.microsoft.com/office/drawing/2013/main/command">
      <pc:docMk xmlns:pc="http://schemas.microsoft.com/office/powerpoint/2013/main/command"/>
      <pc:sldMk xmlns:pc="http://schemas.microsoft.com/office/powerpoint/2013/main/command" cId="2602143416" sldId="329"/>
      <ac:spMk id="3" creationId="{3D61C62E-1E3E-2E67-D84F-CA3C9C22D33D}"/>
      <ac:txMk cp="0" len="19">
        <ac:context len="20" hash="2181843022"/>
      </ac:txMk>
    </ac:txMkLst>
    <p188:pos x="6283199" y="369462"/>
    <p188:txBody>
      <a:bodyPr/>
      <a:lstStyle/>
      <a:p>
        <a:r>
          <a:rPr lang="ja-JP" altLang="en-US"/>
          <a:t>次ページの内容と合わせて１ページにしてください。</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1CCD9D-F282-4AC5-B86A-8A309510A8D2}"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kumimoji="1" lang="ja-JP" altLang="en-US"/>
        </a:p>
      </dgm:t>
    </dgm:pt>
    <dgm:pt modelId="{0348BDE0-78AF-4048-A531-96B07A12A2A3}">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１</a:t>
          </a:r>
        </a:p>
      </dgm:t>
    </dgm:pt>
    <dgm:pt modelId="{7D495E20-6AB9-4BDE-AEF9-EC2F4C63D3E2}" type="parTrans" cxnId="{1765F91A-FE63-48A5-8EED-3E67C485FDD3}">
      <dgm:prSet/>
      <dgm:spPr/>
      <dgm:t>
        <a:bodyPr/>
        <a:lstStyle/>
        <a:p>
          <a:endParaRPr kumimoji="1" lang="ja-JP" altLang="en-US"/>
        </a:p>
      </dgm:t>
    </dgm:pt>
    <dgm:pt modelId="{11903218-6A00-413D-AD7C-39B358279B73}" type="sibTrans" cxnId="{1765F91A-FE63-48A5-8EED-3E67C485FDD3}">
      <dgm:prSet/>
      <dgm:spPr/>
      <dgm:t>
        <a:bodyPr/>
        <a:lstStyle/>
        <a:p>
          <a:endParaRPr kumimoji="1" lang="ja-JP" altLang="en-US"/>
        </a:p>
      </dgm:t>
    </dgm:pt>
    <dgm:pt modelId="{AE557767-4ED8-40F5-A403-49722023B016}">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クライアント証明書の</a:t>
          </a:r>
          <a:r>
            <a:rPr kumimoji="1" lang="en-US" altLang="ja-JP" sz="1800" dirty="0">
              <a:latin typeface="Meiryo UI" panose="020B0604030504040204" pitchFamily="50" charset="-128"/>
              <a:ea typeface="Meiryo UI" panose="020B0604030504040204" pitchFamily="50" charset="-128"/>
            </a:rPr>
            <a:t>PC</a:t>
          </a:r>
          <a:r>
            <a:rPr kumimoji="1" lang="ja-JP" altLang="en-US" sz="1800" dirty="0">
              <a:latin typeface="Meiryo UI" panose="020B0604030504040204" pitchFamily="50" charset="-128"/>
              <a:ea typeface="Meiryo UI" panose="020B0604030504040204" pitchFamily="50" charset="-128"/>
            </a:rPr>
            <a:t>へのインストール（初回のみ）</a:t>
          </a:r>
        </a:p>
      </dgm:t>
    </dgm:pt>
    <dgm:pt modelId="{52046453-D08D-4631-95C9-1473359AF905}" type="parTrans" cxnId="{F9F6C488-C147-4C9B-9468-22DA916984DE}">
      <dgm:prSet/>
      <dgm:spPr/>
      <dgm:t>
        <a:bodyPr/>
        <a:lstStyle/>
        <a:p>
          <a:endParaRPr kumimoji="1" lang="ja-JP" altLang="en-US"/>
        </a:p>
      </dgm:t>
    </dgm:pt>
    <dgm:pt modelId="{BEA7E008-D2B4-4303-8EE6-6B4F961FA12F}" type="sibTrans" cxnId="{F9F6C488-C147-4C9B-9468-22DA916984DE}">
      <dgm:prSet/>
      <dgm:spPr/>
      <dgm:t>
        <a:bodyPr/>
        <a:lstStyle/>
        <a:p>
          <a:endParaRPr kumimoji="1" lang="ja-JP" altLang="en-US"/>
        </a:p>
      </dgm:t>
    </dgm:pt>
    <dgm:pt modelId="{C6AB8AEE-9018-4564-9B79-7E2873AFB432}">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２</a:t>
          </a:r>
        </a:p>
      </dgm:t>
    </dgm:pt>
    <dgm:pt modelId="{A6AF1B15-DBAD-468F-B38B-FF2555FF112D}" type="parTrans" cxnId="{AE2DB3C2-856C-4903-A63E-564F7FCC5A7A}">
      <dgm:prSet/>
      <dgm:spPr/>
      <dgm:t>
        <a:bodyPr/>
        <a:lstStyle/>
        <a:p>
          <a:endParaRPr kumimoji="1" lang="ja-JP" altLang="en-US"/>
        </a:p>
      </dgm:t>
    </dgm:pt>
    <dgm:pt modelId="{E87E971C-E78C-4CA7-B160-0F1651CCD9D5}" type="sibTrans" cxnId="{AE2DB3C2-856C-4903-A63E-564F7FCC5A7A}">
      <dgm:prSet/>
      <dgm:spPr/>
      <dgm:t>
        <a:bodyPr/>
        <a:lstStyle/>
        <a:p>
          <a:endParaRPr kumimoji="1" lang="ja-JP" altLang="en-US"/>
        </a:p>
      </dgm:t>
    </dgm:pt>
    <dgm:pt modelId="{E94A7131-B687-4CEA-8DB4-712333960557}">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ワンタイムパスワード発行用</a:t>
          </a:r>
          <a:r>
            <a:rPr kumimoji="1" lang="en-US" altLang="ja-JP" sz="1800" dirty="0">
              <a:latin typeface="Meiryo UI" panose="020B0604030504040204" pitchFamily="50" charset="-128"/>
              <a:ea typeface="Meiryo UI" panose="020B0604030504040204" pitchFamily="50" charset="-128"/>
            </a:rPr>
            <a:t>Authenticator</a:t>
          </a:r>
          <a:r>
            <a:rPr kumimoji="1" lang="ja-JP" altLang="en-US" sz="1800" dirty="0">
              <a:latin typeface="Meiryo UI" panose="020B0604030504040204" pitchFamily="50" charset="-128"/>
              <a:ea typeface="Meiryo UI" panose="020B0604030504040204" pitchFamily="50" charset="-128"/>
            </a:rPr>
            <a:t>アプリのスマートフォンへのインストール（初回のみ）</a:t>
          </a:r>
        </a:p>
      </dgm:t>
    </dgm:pt>
    <dgm:pt modelId="{11899C7B-1D57-4636-8A9F-D7CBB46D37BB}" type="parTrans" cxnId="{E7E74504-5503-4380-8E47-6E4CA0082D23}">
      <dgm:prSet/>
      <dgm:spPr/>
      <dgm:t>
        <a:bodyPr/>
        <a:lstStyle/>
        <a:p>
          <a:endParaRPr kumimoji="1" lang="ja-JP" altLang="en-US"/>
        </a:p>
      </dgm:t>
    </dgm:pt>
    <dgm:pt modelId="{21A4FA54-3625-4B27-B2AA-B7130680A760}" type="sibTrans" cxnId="{E7E74504-5503-4380-8E47-6E4CA0082D23}">
      <dgm:prSet/>
      <dgm:spPr/>
      <dgm:t>
        <a:bodyPr/>
        <a:lstStyle/>
        <a:p>
          <a:endParaRPr kumimoji="1" lang="ja-JP" altLang="en-US"/>
        </a:p>
      </dgm:t>
    </dgm:pt>
    <dgm:pt modelId="{4C81132F-F032-489A-8B39-9CAA5C8A49A3}">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３</a:t>
          </a:r>
        </a:p>
      </dgm:t>
    </dgm:pt>
    <dgm:pt modelId="{0194B8ED-9B15-45D5-BBF9-755D4B484DE7}" type="sibTrans" cxnId="{501009FB-DAD3-460D-8FFD-C758235F9E77}">
      <dgm:prSet/>
      <dgm:spPr/>
      <dgm:t>
        <a:bodyPr/>
        <a:lstStyle/>
        <a:p>
          <a:endParaRPr kumimoji="1" lang="ja-JP" altLang="en-US"/>
        </a:p>
      </dgm:t>
    </dgm:pt>
    <dgm:pt modelId="{1A234AE9-2A59-4D62-816E-43F0869F0CA7}" type="parTrans" cxnId="{501009FB-DAD3-460D-8FFD-C758235F9E77}">
      <dgm:prSet/>
      <dgm:spPr/>
      <dgm:t>
        <a:bodyPr/>
        <a:lstStyle/>
        <a:p>
          <a:endParaRPr kumimoji="1" lang="ja-JP" altLang="en-US"/>
        </a:p>
      </dgm:t>
    </dgm:pt>
    <dgm:pt modelId="{DAD84EE7-D7AA-4AEE-BB69-5AB48FA52ED5}">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シングルサインオンシステム（トラストログイン）へのログイン</a:t>
          </a:r>
        </a:p>
      </dgm:t>
    </dgm:pt>
    <dgm:pt modelId="{36FC262A-9E23-4C93-ADF1-F23F3185EAF6}" type="sibTrans" cxnId="{2CB332DA-4D5E-4A1A-84CF-73FAB9DE73DB}">
      <dgm:prSet/>
      <dgm:spPr/>
      <dgm:t>
        <a:bodyPr/>
        <a:lstStyle/>
        <a:p>
          <a:endParaRPr kumimoji="1" lang="ja-JP" altLang="en-US"/>
        </a:p>
      </dgm:t>
    </dgm:pt>
    <dgm:pt modelId="{49D418E6-8D6B-484D-8BC4-E9233ABD625A}" type="parTrans" cxnId="{2CB332DA-4D5E-4A1A-84CF-73FAB9DE73DB}">
      <dgm:prSet/>
      <dgm:spPr/>
      <dgm:t>
        <a:bodyPr/>
        <a:lstStyle/>
        <a:p>
          <a:endParaRPr kumimoji="1" lang="ja-JP" altLang="en-US"/>
        </a:p>
      </dgm:t>
    </dgm:pt>
    <dgm:pt modelId="{87244EFD-46E3-498E-9A56-EF5D16B67A71}">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初回のみワンタイムパスワード発行用</a:t>
          </a:r>
          <a:r>
            <a:rPr kumimoji="1" lang="en-US" altLang="ja-JP" sz="1800" dirty="0">
              <a:latin typeface="Meiryo UI" panose="020B0604030504040204" pitchFamily="50" charset="-128"/>
              <a:ea typeface="Meiryo UI" panose="020B0604030504040204" pitchFamily="50" charset="-128"/>
            </a:rPr>
            <a:t>QR</a:t>
          </a:r>
          <a:r>
            <a:rPr kumimoji="1" lang="ja-JP" altLang="en-US" sz="1800" dirty="0">
              <a:latin typeface="Meiryo UI" panose="020B0604030504040204" pitchFamily="50" charset="-128"/>
              <a:ea typeface="Meiryo UI" panose="020B0604030504040204" pitchFamily="50" charset="-128"/>
            </a:rPr>
            <a:t>コードの読込設定</a:t>
          </a:r>
        </a:p>
      </dgm:t>
    </dgm:pt>
    <dgm:pt modelId="{E28B4430-1A7E-4676-966F-EFCDE681B072}" type="sibTrans" cxnId="{7EA0E3B9-E5CA-4A2D-96D5-AFBE0C2E13CF}">
      <dgm:prSet/>
      <dgm:spPr/>
      <dgm:t>
        <a:bodyPr/>
        <a:lstStyle/>
        <a:p>
          <a:endParaRPr kumimoji="1" lang="ja-JP" altLang="en-US"/>
        </a:p>
      </dgm:t>
    </dgm:pt>
    <dgm:pt modelId="{34BDDC32-488A-49E1-A3F5-E4FB6A94E9F3}" type="parTrans" cxnId="{7EA0E3B9-E5CA-4A2D-96D5-AFBE0C2E13CF}">
      <dgm:prSet/>
      <dgm:spPr/>
      <dgm:t>
        <a:bodyPr/>
        <a:lstStyle/>
        <a:p>
          <a:endParaRPr kumimoji="1" lang="ja-JP" altLang="en-US"/>
        </a:p>
      </dgm:t>
    </dgm:pt>
    <dgm:pt modelId="{B4DC6AEC-0391-44FB-8286-EF8872F6CFE4}">
      <dgm:prSet phldrT="[テキスト]" custT="1"/>
      <dgm:spPr/>
      <dgm:t>
        <a:bodyPr/>
        <a:lstStyle/>
        <a:p>
          <a:r>
            <a:rPr kumimoji="1" lang="ja-JP" altLang="en-US" sz="1800" dirty="0">
              <a:latin typeface="Meiryo UI" panose="020B0604030504040204" pitchFamily="50" charset="-128"/>
              <a:ea typeface="Meiryo UI" panose="020B0604030504040204" pitchFamily="50" charset="-128"/>
            </a:rPr>
            <a:t>４</a:t>
          </a:r>
        </a:p>
      </dgm:t>
    </dgm:pt>
    <dgm:pt modelId="{43E597FC-B3C0-4DD4-934B-A5F412BE0A5B}" type="parTrans" cxnId="{BD9B54F5-00CD-4428-972A-964C53B47505}">
      <dgm:prSet/>
      <dgm:spPr/>
      <dgm:t>
        <a:bodyPr/>
        <a:lstStyle/>
        <a:p>
          <a:endParaRPr kumimoji="1" lang="ja-JP" altLang="en-US"/>
        </a:p>
      </dgm:t>
    </dgm:pt>
    <dgm:pt modelId="{CD81B14B-B727-40D7-AC43-CA50638B383E}" type="sibTrans" cxnId="{BD9B54F5-00CD-4428-972A-964C53B47505}">
      <dgm:prSet/>
      <dgm:spPr/>
      <dgm:t>
        <a:bodyPr/>
        <a:lstStyle/>
        <a:p>
          <a:endParaRPr kumimoji="1" lang="ja-JP" altLang="en-US"/>
        </a:p>
      </dgm:t>
    </dgm:pt>
    <dgm:pt modelId="{864A16A4-1CCC-4CD5-B4BE-C4D844716FD0}">
      <dgm:prSet custT="1"/>
      <dgm:spPr/>
      <dgm:t>
        <a:bodyPr/>
        <a:lstStyle/>
        <a:p>
          <a:r>
            <a:rPr kumimoji="1" lang="en-US" altLang="ja-JP" sz="1800" dirty="0">
              <a:latin typeface="Meiryo UI" panose="020B0604030504040204" pitchFamily="50" charset="-128"/>
              <a:ea typeface="Meiryo UI" panose="020B0604030504040204" pitchFamily="50" charset="-128"/>
            </a:rPr>
            <a:t>TAM</a:t>
          </a:r>
          <a:r>
            <a:rPr kumimoji="1" lang="ja-JP" altLang="en-US" sz="1800" dirty="0">
              <a:latin typeface="Meiryo UI" panose="020B0604030504040204" pitchFamily="50" charset="-128"/>
              <a:ea typeface="Meiryo UI" panose="020B0604030504040204" pitchFamily="50" charset="-128"/>
            </a:rPr>
            <a:t>の利用開始</a:t>
          </a:r>
        </a:p>
      </dgm:t>
    </dgm:pt>
    <dgm:pt modelId="{74E529CC-6994-4DAC-B2DA-779C6283F4FC}" type="parTrans" cxnId="{A7C811A8-5227-46E9-B05F-C4B0BE8382FF}">
      <dgm:prSet/>
      <dgm:spPr/>
      <dgm:t>
        <a:bodyPr/>
        <a:lstStyle/>
        <a:p>
          <a:endParaRPr kumimoji="1" lang="ja-JP" altLang="en-US"/>
        </a:p>
      </dgm:t>
    </dgm:pt>
    <dgm:pt modelId="{1DD01418-637C-4851-81B5-C679D90B4F8B}" type="sibTrans" cxnId="{A7C811A8-5227-46E9-B05F-C4B0BE8382FF}">
      <dgm:prSet/>
      <dgm:spPr/>
      <dgm:t>
        <a:bodyPr/>
        <a:lstStyle/>
        <a:p>
          <a:endParaRPr kumimoji="1" lang="ja-JP" altLang="en-US"/>
        </a:p>
      </dgm:t>
    </dgm:pt>
    <dgm:pt modelId="{9B467714-B866-4DC5-919D-7E2DBE3D65E6}" type="pres">
      <dgm:prSet presAssocID="{C41CCD9D-F282-4AC5-B86A-8A309510A8D2}" presName="linearFlow" presStyleCnt="0">
        <dgm:presLayoutVars>
          <dgm:dir/>
          <dgm:animLvl val="lvl"/>
          <dgm:resizeHandles val="exact"/>
        </dgm:presLayoutVars>
      </dgm:prSet>
      <dgm:spPr/>
    </dgm:pt>
    <dgm:pt modelId="{9D5E5826-2AD9-4D0C-9006-46F7EAC42712}" type="pres">
      <dgm:prSet presAssocID="{0348BDE0-78AF-4048-A531-96B07A12A2A3}" presName="composite" presStyleCnt="0"/>
      <dgm:spPr/>
    </dgm:pt>
    <dgm:pt modelId="{47238D57-6FDD-4972-911A-3BEAC45FB1AB}" type="pres">
      <dgm:prSet presAssocID="{0348BDE0-78AF-4048-A531-96B07A12A2A3}" presName="parentText" presStyleLbl="alignNode1" presStyleIdx="0" presStyleCnt="4">
        <dgm:presLayoutVars>
          <dgm:chMax val="1"/>
          <dgm:bulletEnabled val="1"/>
        </dgm:presLayoutVars>
      </dgm:prSet>
      <dgm:spPr/>
    </dgm:pt>
    <dgm:pt modelId="{473F356B-AA9C-476E-B813-953DECCFA55A}" type="pres">
      <dgm:prSet presAssocID="{0348BDE0-78AF-4048-A531-96B07A12A2A3}" presName="descendantText" presStyleLbl="alignAcc1" presStyleIdx="0" presStyleCnt="4">
        <dgm:presLayoutVars>
          <dgm:bulletEnabled val="1"/>
        </dgm:presLayoutVars>
      </dgm:prSet>
      <dgm:spPr/>
    </dgm:pt>
    <dgm:pt modelId="{443F7D70-883C-4B3B-8926-5676AEDF1921}" type="pres">
      <dgm:prSet presAssocID="{11903218-6A00-413D-AD7C-39B358279B73}" presName="sp" presStyleCnt="0"/>
      <dgm:spPr/>
    </dgm:pt>
    <dgm:pt modelId="{AB82D6AF-1512-4DD2-B658-A6D22868388F}" type="pres">
      <dgm:prSet presAssocID="{C6AB8AEE-9018-4564-9B79-7E2873AFB432}" presName="composite" presStyleCnt="0"/>
      <dgm:spPr/>
    </dgm:pt>
    <dgm:pt modelId="{BF961D9C-706F-43DA-8FE1-CC8DC70DE65B}" type="pres">
      <dgm:prSet presAssocID="{C6AB8AEE-9018-4564-9B79-7E2873AFB432}" presName="parentText" presStyleLbl="alignNode1" presStyleIdx="1" presStyleCnt="4">
        <dgm:presLayoutVars>
          <dgm:chMax val="1"/>
          <dgm:bulletEnabled val="1"/>
        </dgm:presLayoutVars>
      </dgm:prSet>
      <dgm:spPr/>
    </dgm:pt>
    <dgm:pt modelId="{FF62F3FF-B8B5-46C5-8F1F-0F1FB800BEE0}" type="pres">
      <dgm:prSet presAssocID="{C6AB8AEE-9018-4564-9B79-7E2873AFB432}" presName="descendantText" presStyleLbl="alignAcc1" presStyleIdx="1" presStyleCnt="4">
        <dgm:presLayoutVars>
          <dgm:bulletEnabled val="1"/>
        </dgm:presLayoutVars>
      </dgm:prSet>
      <dgm:spPr/>
    </dgm:pt>
    <dgm:pt modelId="{7EBBD91B-6DB7-454A-9B75-A75BFE2F6B1F}" type="pres">
      <dgm:prSet presAssocID="{E87E971C-E78C-4CA7-B160-0F1651CCD9D5}" presName="sp" presStyleCnt="0"/>
      <dgm:spPr/>
    </dgm:pt>
    <dgm:pt modelId="{20C39E43-5C73-4663-B5E4-EA8E00AA227A}" type="pres">
      <dgm:prSet presAssocID="{4C81132F-F032-489A-8B39-9CAA5C8A49A3}" presName="composite" presStyleCnt="0"/>
      <dgm:spPr/>
    </dgm:pt>
    <dgm:pt modelId="{75C3D635-C3BA-426E-A577-F191B338C025}" type="pres">
      <dgm:prSet presAssocID="{4C81132F-F032-489A-8B39-9CAA5C8A49A3}" presName="parentText" presStyleLbl="alignNode1" presStyleIdx="2" presStyleCnt="4">
        <dgm:presLayoutVars>
          <dgm:chMax val="1"/>
          <dgm:bulletEnabled val="1"/>
        </dgm:presLayoutVars>
      </dgm:prSet>
      <dgm:spPr/>
    </dgm:pt>
    <dgm:pt modelId="{C5858040-3756-4F0F-822B-12F9E22B2086}" type="pres">
      <dgm:prSet presAssocID="{4C81132F-F032-489A-8B39-9CAA5C8A49A3}" presName="descendantText" presStyleLbl="alignAcc1" presStyleIdx="2" presStyleCnt="4">
        <dgm:presLayoutVars>
          <dgm:bulletEnabled val="1"/>
        </dgm:presLayoutVars>
      </dgm:prSet>
      <dgm:spPr/>
    </dgm:pt>
    <dgm:pt modelId="{FB1D5A38-367D-48CA-898F-6A993A37B475}" type="pres">
      <dgm:prSet presAssocID="{0194B8ED-9B15-45D5-BBF9-755D4B484DE7}" presName="sp" presStyleCnt="0"/>
      <dgm:spPr/>
    </dgm:pt>
    <dgm:pt modelId="{770CD87B-1631-46FA-A711-AC01DF8E61DE}" type="pres">
      <dgm:prSet presAssocID="{B4DC6AEC-0391-44FB-8286-EF8872F6CFE4}" presName="composite" presStyleCnt="0"/>
      <dgm:spPr/>
    </dgm:pt>
    <dgm:pt modelId="{8C71E51D-797C-4BC8-B6D6-D66C52E75DFB}" type="pres">
      <dgm:prSet presAssocID="{B4DC6AEC-0391-44FB-8286-EF8872F6CFE4}" presName="parentText" presStyleLbl="alignNode1" presStyleIdx="3" presStyleCnt="4">
        <dgm:presLayoutVars>
          <dgm:chMax val="1"/>
          <dgm:bulletEnabled val="1"/>
        </dgm:presLayoutVars>
      </dgm:prSet>
      <dgm:spPr/>
    </dgm:pt>
    <dgm:pt modelId="{9717AB6C-04D8-4261-B877-B2DCAF8A389A}" type="pres">
      <dgm:prSet presAssocID="{B4DC6AEC-0391-44FB-8286-EF8872F6CFE4}" presName="descendantText" presStyleLbl="alignAcc1" presStyleIdx="3" presStyleCnt="4">
        <dgm:presLayoutVars>
          <dgm:bulletEnabled val="1"/>
        </dgm:presLayoutVars>
      </dgm:prSet>
      <dgm:spPr/>
    </dgm:pt>
  </dgm:ptLst>
  <dgm:cxnLst>
    <dgm:cxn modelId="{E7E74504-5503-4380-8E47-6E4CA0082D23}" srcId="{C6AB8AEE-9018-4564-9B79-7E2873AFB432}" destId="{E94A7131-B687-4CEA-8DB4-712333960557}" srcOrd="0" destOrd="0" parTransId="{11899C7B-1D57-4636-8A9F-D7CBB46D37BB}" sibTransId="{21A4FA54-3625-4B27-B2AA-B7130680A760}"/>
    <dgm:cxn modelId="{07EE800C-35BB-4070-8A2C-22CF1650F597}" type="presOf" srcId="{AE557767-4ED8-40F5-A403-49722023B016}" destId="{473F356B-AA9C-476E-B813-953DECCFA55A}" srcOrd="0" destOrd="0" presId="urn:microsoft.com/office/officeart/2005/8/layout/chevron2"/>
    <dgm:cxn modelId="{6F91CB12-7AA9-42A2-9DF5-BB0DC8F601AE}" type="presOf" srcId="{B4DC6AEC-0391-44FB-8286-EF8872F6CFE4}" destId="{8C71E51D-797C-4BC8-B6D6-D66C52E75DFB}" srcOrd="0" destOrd="0" presId="urn:microsoft.com/office/officeart/2005/8/layout/chevron2"/>
    <dgm:cxn modelId="{1765F91A-FE63-48A5-8EED-3E67C485FDD3}" srcId="{C41CCD9D-F282-4AC5-B86A-8A309510A8D2}" destId="{0348BDE0-78AF-4048-A531-96B07A12A2A3}" srcOrd="0" destOrd="0" parTransId="{7D495E20-6AB9-4BDE-AEF9-EC2F4C63D3E2}" sibTransId="{11903218-6A00-413D-AD7C-39B358279B73}"/>
    <dgm:cxn modelId="{310F6A31-43F8-43DC-8162-3D9CDC859CAF}" type="presOf" srcId="{C41CCD9D-F282-4AC5-B86A-8A309510A8D2}" destId="{9B467714-B866-4DC5-919D-7E2DBE3D65E6}" srcOrd="0" destOrd="0" presId="urn:microsoft.com/office/officeart/2005/8/layout/chevron2"/>
    <dgm:cxn modelId="{82931E5E-CBB9-40DD-9E16-7075C9D49375}" type="presOf" srcId="{87244EFD-46E3-498E-9A56-EF5D16B67A71}" destId="{C5858040-3756-4F0F-822B-12F9E22B2086}" srcOrd="0" destOrd="1" presId="urn:microsoft.com/office/officeart/2005/8/layout/chevron2"/>
    <dgm:cxn modelId="{8FDA0C7A-22C4-4E2A-9415-3022BF61AA5B}" type="presOf" srcId="{C6AB8AEE-9018-4564-9B79-7E2873AFB432}" destId="{BF961D9C-706F-43DA-8FE1-CC8DC70DE65B}" srcOrd="0" destOrd="0" presId="urn:microsoft.com/office/officeart/2005/8/layout/chevron2"/>
    <dgm:cxn modelId="{F9F6C488-C147-4C9B-9468-22DA916984DE}" srcId="{0348BDE0-78AF-4048-A531-96B07A12A2A3}" destId="{AE557767-4ED8-40F5-A403-49722023B016}" srcOrd="0" destOrd="0" parTransId="{52046453-D08D-4631-95C9-1473359AF905}" sibTransId="{BEA7E008-D2B4-4303-8EE6-6B4F961FA12F}"/>
    <dgm:cxn modelId="{563A509F-E48C-43AE-AD1A-26B480359E1D}" type="presOf" srcId="{E94A7131-B687-4CEA-8DB4-712333960557}" destId="{FF62F3FF-B8B5-46C5-8F1F-0F1FB800BEE0}" srcOrd="0" destOrd="0" presId="urn:microsoft.com/office/officeart/2005/8/layout/chevron2"/>
    <dgm:cxn modelId="{A7C811A8-5227-46E9-B05F-C4B0BE8382FF}" srcId="{B4DC6AEC-0391-44FB-8286-EF8872F6CFE4}" destId="{864A16A4-1CCC-4CD5-B4BE-C4D844716FD0}" srcOrd="0" destOrd="0" parTransId="{74E529CC-6994-4DAC-B2DA-779C6283F4FC}" sibTransId="{1DD01418-637C-4851-81B5-C679D90B4F8B}"/>
    <dgm:cxn modelId="{7EA0E3B9-E5CA-4A2D-96D5-AFBE0C2E13CF}" srcId="{4C81132F-F032-489A-8B39-9CAA5C8A49A3}" destId="{87244EFD-46E3-498E-9A56-EF5D16B67A71}" srcOrd="1" destOrd="0" parTransId="{34BDDC32-488A-49E1-A3F5-E4FB6A94E9F3}" sibTransId="{E28B4430-1A7E-4676-966F-EFCDE681B072}"/>
    <dgm:cxn modelId="{AE2DB3C2-856C-4903-A63E-564F7FCC5A7A}" srcId="{C41CCD9D-F282-4AC5-B86A-8A309510A8D2}" destId="{C6AB8AEE-9018-4564-9B79-7E2873AFB432}" srcOrd="1" destOrd="0" parTransId="{A6AF1B15-DBAD-468F-B38B-FF2555FF112D}" sibTransId="{E87E971C-E78C-4CA7-B160-0F1651CCD9D5}"/>
    <dgm:cxn modelId="{2CB332DA-4D5E-4A1A-84CF-73FAB9DE73DB}" srcId="{4C81132F-F032-489A-8B39-9CAA5C8A49A3}" destId="{DAD84EE7-D7AA-4AEE-BB69-5AB48FA52ED5}" srcOrd="0" destOrd="0" parTransId="{49D418E6-8D6B-484D-8BC4-E9233ABD625A}" sibTransId="{36FC262A-9E23-4C93-ADF1-F23F3185EAF6}"/>
    <dgm:cxn modelId="{31171CDB-4AB1-4D16-9184-2BF29F02B5A7}" type="presOf" srcId="{DAD84EE7-D7AA-4AEE-BB69-5AB48FA52ED5}" destId="{C5858040-3756-4F0F-822B-12F9E22B2086}" srcOrd="0" destOrd="0" presId="urn:microsoft.com/office/officeart/2005/8/layout/chevron2"/>
    <dgm:cxn modelId="{1FB725F5-96D4-4AD5-83A3-F2F90C7D219A}" type="presOf" srcId="{4C81132F-F032-489A-8B39-9CAA5C8A49A3}" destId="{75C3D635-C3BA-426E-A577-F191B338C025}" srcOrd="0" destOrd="0" presId="urn:microsoft.com/office/officeart/2005/8/layout/chevron2"/>
    <dgm:cxn modelId="{BD9B54F5-00CD-4428-972A-964C53B47505}" srcId="{C41CCD9D-F282-4AC5-B86A-8A309510A8D2}" destId="{B4DC6AEC-0391-44FB-8286-EF8872F6CFE4}" srcOrd="3" destOrd="0" parTransId="{43E597FC-B3C0-4DD4-934B-A5F412BE0A5B}" sibTransId="{CD81B14B-B727-40D7-AC43-CA50638B383E}"/>
    <dgm:cxn modelId="{30AC5BF6-E9AE-4964-BCC4-DB40C772145D}" type="presOf" srcId="{864A16A4-1CCC-4CD5-B4BE-C4D844716FD0}" destId="{9717AB6C-04D8-4261-B877-B2DCAF8A389A}" srcOrd="0" destOrd="0" presId="urn:microsoft.com/office/officeart/2005/8/layout/chevron2"/>
    <dgm:cxn modelId="{DC2D10F8-1DBE-49CD-B7F7-382D7CA98B6F}" type="presOf" srcId="{0348BDE0-78AF-4048-A531-96B07A12A2A3}" destId="{47238D57-6FDD-4972-911A-3BEAC45FB1AB}" srcOrd="0" destOrd="0" presId="urn:microsoft.com/office/officeart/2005/8/layout/chevron2"/>
    <dgm:cxn modelId="{501009FB-DAD3-460D-8FFD-C758235F9E77}" srcId="{C41CCD9D-F282-4AC5-B86A-8A309510A8D2}" destId="{4C81132F-F032-489A-8B39-9CAA5C8A49A3}" srcOrd="2" destOrd="0" parTransId="{1A234AE9-2A59-4D62-816E-43F0869F0CA7}" sibTransId="{0194B8ED-9B15-45D5-BBF9-755D4B484DE7}"/>
    <dgm:cxn modelId="{5D783700-B4D3-4FA0-85C4-0A3AFAD12A9E}" type="presParOf" srcId="{9B467714-B866-4DC5-919D-7E2DBE3D65E6}" destId="{9D5E5826-2AD9-4D0C-9006-46F7EAC42712}" srcOrd="0" destOrd="0" presId="urn:microsoft.com/office/officeart/2005/8/layout/chevron2"/>
    <dgm:cxn modelId="{9DC429ED-9528-4D31-870C-AAA3D08F66F6}" type="presParOf" srcId="{9D5E5826-2AD9-4D0C-9006-46F7EAC42712}" destId="{47238D57-6FDD-4972-911A-3BEAC45FB1AB}" srcOrd="0" destOrd="0" presId="urn:microsoft.com/office/officeart/2005/8/layout/chevron2"/>
    <dgm:cxn modelId="{FC371336-8EF6-4F66-833B-8033F821F59F}" type="presParOf" srcId="{9D5E5826-2AD9-4D0C-9006-46F7EAC42712}" destId="{473F356B-AA9C-476E-B813-953DECCFA55A}" srcOrd="1" destOrd="0" presId="urn:microsoft.com/office/officeart/2005/8/layout/chevron2"/>
    <dgm:cxn modelId="{19FB1FC5-FA38-44F9-8708-B35F6460B4EE}" type="presParOf" srcId="{9B467714-B866-4DC5-919D-7E2DBE3D65E6}" destId="{443F7D70-883C-4B3B-8926-5676AEDF1921}" srcOrd="1" destOrd="0" presId="urn:microsoft.com/office/officeart/2005/8/layout/chevron2"/>
    <dgm:cxn modelId="{A5062C47-6556-4E34-A51E-5FE2A82F7A48}" type="presParOf" srcId="{9B467714-B866-4DC5-919D-7E2DBE3D65E6}" destId="{AB82D6AF-1512-4DD2-B658-A6D22868388F}" srcOrd="2" destOrd="0" presId="urn:microsoft.com/office/officeart/2005/8/layout/chevron2"/>
    <dgm:cxn modelId="{34A825CD-7D48-40A7-94C4-F8FA81052CF1}" type="presParOf" srcId="{AB82D6AF-1512-4DD2-B658-A6D22868388F}" destId="{BF961D9C-706F-43DA-8FE1-CC8DC70DE65B}" srcOrd="0" destOrd="0" presId="urn:microsoft.com/office/officeart/2005/8/layout/chevron2"/>
    <dgm:cxn modelId="{6A6EECBD-601A-4A23-B062-158E462427D0}" type="presParOf" srcId="{AB82D6AF-1512-4DD2-B658-A6D22868388F}" destId="{FF62F3FF-B8B5-46C5-8F1F-0F1FB800BEE0}" srcOrd="1" destOrd="0" presId="urn:microsoft.com/office/officeart/2005/8/layout/chevron2"/>
    <dgm:cxn modelId="{D08F4C96-98C8-4A26-AB93-98CE79D5A4C5}" type="presParOf" srcId="{9B467714-B866-4DC5-919D-7E2DBE3D65E6}" destId="{7EBBD91B-6DB7-454A-9B75-A75BFE2F6B1F}" srcOrd="3" destOrd="0" presId="urn:microsoft.com/office/officeart/2005/8/layout/chevron2"/>
    <dgm:cxn modelId="{54C4D664-B7E6-44AF-9A3B-1BA48DF14AC4}" type="presParOf" srcId="{9B467714-B866-4DC5-919D-7E2DBE3D65E6}" destId="{20C39E43-5C73-4663-B5E4-EA8E00AA227A}" srcOrd="4" destOrd="0" presId="urn:microsoft.com/office/officeart/2005/8/layout/chevron2"/>
    <dgm:cxn modelId="{2712E781-471C-4C9D-A48A-8C420063E7B4}" type="presParOf" srcId="{20C39E43-5C73-4663-B5E4-EA8E00AA227A}" destId="{75C3D635-C3BA-426E-A577-F191B338C025}" srcOrd="0" destOrd="0" presId="urn:microsoft.com/office/officeart/2005/8/layout/chevron2"/>
    <dgm:cxn modelId="{52E5EF80-0EE0-450B-94C6-DCC81A8FE657}" type="presParOf" srcId="{20C39E43-5C73-4663-B5E4-EA8E00AA227A}" destId="{C5858040-3756-4F0F-822B-12F9E22B2086}" srcOrd="1" destOrd="0" presId="urn:microsoft.com/office/officeart/2005/8/layout/chevron2"/>
    <dgm:cxn modelId="{AAFCFB60-D64F-4CFD-BBB6-D70B15A42647}" type="presParOf" srcId="{9B467714-B866-4DC5-919D-7E2DBE3D65E6}" destId="{FB1D5A38-367D-48CA-898F-6A993A37B475}" srcOrd="5" destOrd="0" presId="urn:microsoft.com/office/officeart/2005/8/layout/chevron2"/>
    <dgm:cxn modelId="{CAAF3C27-16CA-4220-A4C0-FFD2308AC66C}" type="presParOf" srcId="{9B467714-B866-4DC5-919D-7E2DBE3D65E6}" destId="{770CD87B-1631-46FA-A711-AC01DF8E61DE}" srcOrd="6" destOrd="0" presId="urn:microsoft.com/office/officeart/2005/8/layout/chevron2"/>
    <dgm:cxn modelId="{6915CE76-324F-417E-B01E-5EDE2AA56567}" type="presParOf" srcId="{770CD87B-1631-46FA-A711-AC01DF8E61DE}" destId="{8C71E51D-797C-4BC8-B6D6-D66C52E75DFB}" srcOrd="0" destOrd="0" presId="urn:microsoft.com/office/officeart/2005/8/layout/chevron2"/>
    <dgm:cxn modelId="{10B1958B-3AD7-4EC5-9040-76A196C95023}" type="presParOf" srcId="{770CD87B-1631-46FA-A711-AC01DF8E61DE}" destId="{9717AB6C-04D8-4261-B877-B2DCAF8A389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238D57-6FDD-4972-911A-3BEAC45FB1AB}">
      <dsp:nvSpPr>
        <dsp:cNvPr id="0" name=""/>
        <dsp:cNvSpPr/>
      </dsp:nvSpPr>
      <dsp:spPr>
        <a:xfrm rot="5400000">
          <a:off x="-128143" y="130739"/>
          <a:ext cx="854288" cy="598001"/>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latin typeface="Meiryo UI" panose="020B0604030504040204" pitchFamily="50" charset="-128"/>
              <a:ea typeface="Meiryo UI" panose="020B0604030504040204" pitchFamily="50" charset="-128"/>
            </a:rPr>
            <a:t>１</a:t>
          </a:r>
        </a:p>
      </dsp:txBody>
      <dsp:txXfrm rot="-5400000">
        <a:off x="1" y="301597"/>
        <a:ext cx="598001" cy="256287"/>
      </dsp:txXfrm>
    </dsp:sp>
    <dsp:sp modelId="{473F356B-AA9C-476E-B813-953DECCFA55A}">
      <dsp:nvSpPr>
        <dsp:cNvPr id="0" name=""/>
        <dsp:cNvSpPr/>
      </dsp:nvSpPr>
      <dsp:spPr>
        <a:xfrm rot="5400000">
          <a:off x="4267390" y="-3666791"/>
          <a:ext cx="555579" cy="7894356"/>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kumimoji="1" lang="ja-JP" altLang="en-US" sz="1800" kern="1200" dirty="0">
              <a:latin typeface="Meiryo UI" panose="020B0604030504040204" pitchFamily="50" charset="-128"/>
              <a:ea typeface="Meiryo UI" panose="020B0604030504040204" pitchFamily="50" charset="-128"/>
            </a:rPr>
            <a:t>クライアント証明書の</a:t>
          </a:r>
          <a:r>
            <a:rPr kumimoji="1" lang="en-US" altLang="ja-JP" sz="1800" kern="1200" dirty="0">
              <a:latin typeface="Meiryo UI" panose="020B0604030504040204" pitchFamily="50" charset="-128"/>
              <a:ea typeface="Meiryo UI" panose="020B0604030504040204" pitchFamily="50" charset="-128"/>
            </a:rPr>
            <a:t>PC</a:t>
          </a:r>
          <a:r>
            <a:rPr kumimoji="1" lang="ja-JP" altLang="en-US" sz="1800" kern="1200" dirty="0">
              <a:latin typeface="Meiryo UI" panose="020B0604030504040204" pitchFamily="50" charset="-128"/>
              <a:ea typeface="Meiryo UI" panose="020B0604030504040204" pitchFamily="50" charset="-128"/>
            </a:rPr>
            <a:t>へのインストール（初回のみ）</a:t>
          </a:r>
        </a:p>
      </dsp:txBody>
      <dsp:txXfrm rot="-5400000">
        <a:off x="598002" y="29718"/>
        <a:ext cx="7867235" cy="501337"/>
      </dsp:txXfrm>
    </dsp:sp>
    <dsp:sp modelId="{BF961D9C-706F-43DA-8FE1-CC8DC70DE65B}">
      <dsp:nvSpPr>
        <dsp:cNvPr id="0" name=""/>
        <dsp:cNvSpPr/>
      </dsp:nvSpPr>
      <dsp:spPr>
        <a:xfrm rot="5400000">
          <a:off x="-128143" y="830334"/>
          <a:ext cx="854288" cy="598001"/>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latin typeface="Meiryo UI" panose="020B0604030504040204" pitchFamily="50" charset="-128"/>
              <a:ea typeface="Meiryo UI" panose="020B0604030504040204" pitchFamily="50" charset="-128"/>
            </a:rPr>
            <a:t>２</a:t>
          </a:r>
        </a:p>
      </dsp:txBody>
      <dsp:txXfrm rot="-5400000">
        <a:off x="1" y="1001192"/>
        <a:ext cx="598001" cy="256287"/>
      </dsp:txXfrm>
    </dsp:sp>
    <dsp:sp modelId="{FF62F3FF-B8B5-46C5-8F1F-0F1FB800BEE0}">
      <dsp:nvSpPr>
        <dsp:cNvPr id="0" name=""/>
        <dsp:cNvSpPr/>
      </dsp:nvSpPr>
      <dsp:spPr>
        <a:xfrm rot="5400000">
          <a:off x="4267536" y="-2967343"/>
          <a:ext cx="555287" cy="7894356"/>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kumimoji="1" lang="ja-JP" altLang="en-US" sz="1800" kern="1200" dirty="0">
              <a:latin typeface="Meiryo UI" panose="020B0604030504040204" pitchFamily="50" charset="-128"/>
              <a:ea typeface="Meiryo UI" panose="020B0604030504040204" pitchFamily="50" charset="-128"/>
            </a:rPr>
            <a:t>ワンタイムパスワード発行用</a:t>
          </a:r>
          <a:r>
            <a:rPr kumimoji="1" lang="en-US" altLang="ja-JP" sz="1800" kern="1200" dirty="0">
              <a:latin typeface="Meiryo UI" panose="020B0604030504040204" pitchFamily="50" charset="-128"/>
              <a:ea typeface="Meiryo UI" panose="020B0604030504040204" pitchFamily="50" charset="-128"/>
            </a:rPr>
            <a:t>Authenticator</a:t>
          </a:r>
          <a:r>
            <a:rPr kumimoji="1" lang="ja-JP" altLang="en-US" sz="1800" kern="1200" dirty="0">
              <a:latin typeface="Meiryo UI" panose="020B0604030504040204" pitchFamily="50" charset="-128"/>
              <a:ea typeface="Meiryo UI" panose="020B0604030504040204" pitchFamily="50" charset="-128"/>
            </a:rPr>
            <a:t>アプリのスマートフォンへのインストール（初回のみ）</a:t>
          </a:r>
        </a:p>
      </dsp:txBody>
      <dsp:txXfrm rot="-5400000">
        <a:off x="598002" y="729298"/>
        <a:ext cx="7867249" cy="501073"/>
      </dsp:txXfrm>
    </dsp:sp>
    <dsp:sp modelId="{75C3D635-C3BA-426E-A577-F191B338C025}">
      <dsp:nvSpPr>
        <dsp:cNvPr id="0" name=""/>
        <dsp:cNvSpPr/>
      </dsp:nvSpPr>
      <dsp:spPr>
        <a:xfrm rot="5400000">
          <a:off x="-128143" y="1529928"/>
          <a:ext cx="854288" cy="598001"/>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latin typeface="Meiryo UI" panose="020B0604030504040204" pitchFamily="50" charset="-128"/>
              <a:ea typeface="Meiryo UI" panose="020B0604030504040204" pitchFamily="50" charset="-128"/>
            </a:rPr>
            <a:t>３</a:t>
          </a:r>
        </a:p>
      </dsp:txBody>
      <dsp:txXfrm rot="-5400000">
        <a:off x="1" y="1700786"/>
        <a:ext cx="598001" cy="256287"/>
      </dsp:txXfrm>
    </dsp:sp>
    <dsp:sp modelId="{C5858040-3756-4F0F-822B-12F9E22B2086}">
      <dsp:nvSpPr>
        <dsp:cNvPr id="0" name=""/>
        <dsp:cNvSpPr/>
      </dsp:nvSpPr>
      <dsp:spPr>
        <a:xfrm rot="5400000">
          <a:off x="4267536" y="-2267748"/>
          <a:ext cx="555287" cy="7894356"/>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kumimoji="1" lang="ja-JP" altLang="en-US" sz="1800" kern="1200" dirty="0">
              <a:latin typeface="Meiryo UI" panose="020B0604030504040204" pitchFamily="50" charset="-128"/>
              <a:ea typeface="Meiryo UI" panose="020B0604030504040204" pitchFamily="50" charset="-128"/>
            </a:rPr>
            <a:t>シングルサインオンシステム（トラストログイン）へのログイン</a:t>
          </a:r>
        </a:p>
        <a:p>
          <a:pPr marL="171450" lvl="1" indent="-171450" algn="l" defTabSz="800100">
            <a:lnSpc>
              <a:spcPct val="90000"/>
            </a:lnSpc>
            <a:spcBef>
              <a:spcPct val="0"/>
            </a:spcBef>
            <a:spcAft>
              <a:spcPct val="15000"/>
            </a:spcAft>
            <a:buChar char="•"/>
          </a:pPr>
          <a:r>
            <a:rPr kumimoji="1" lang="ja-JP" altLang="en-US" sz="1800" kern="1200" dirty="0">
              <a:latin typeface="Meiryo UI" panose="020B0604030504040204" pitchFamily="50" charset="-128"/>
              <a:ea typeface="Meiryo UI" panose="020B0604030504040204" pitchFamily="50" charset="-128"/>
            </a:rPr>
            <a:t>初回のみワンタイムパスワード発行用</a:t>
          </a:r>
          <a:r>
            <a:rPr kumimoji="1" lang="en-US" altLang="ja-JP" sz="1800" kern="1200" dirty="0">
              <a:latin typeface="Meiryo UI" panose="020B0604030504040204" pitchFamily="50" charset="-128"/>
              <a:ea typeface="Meiryo UI" panose="020B0604030504040204" pitchFamily="50" charset="-128"/>
            </a:rPr>
            <a:t>QR</a:t>
          </a:r>
          <a:r>
            <a:rPr kumimoji="1" lang="ja-JP" altLang="en-US" sz="1800" kern="1200" dirty="0">
              <a:latin typeface="Meiryo UI" panose="020B0604030504040204" pitchFamily="50" charset="-128"/>
              <a:ea typeface="Meiryo UI" panose="020B0604030504040204" pitchFamily="50" charset="-128"/>
            </a:rPr>
            <a:t>コードの読込設定</a:t>
          </a:r>
        </a:p>
      </dsp:txBody>
      <dsp:txXfrm rot="-5400000">
        <a:off x="598002" y="1428893"/>
        <a:ext cx="7867249" cy="501073"/>
      </dsp:txXfrm>
    </dsp:sp>
    <dsp:sp modelId="{8C71E51D-797C-4BC8-B6D6-D66C52E75DFB}">
      <dsp:nvSpPr>
        <dsp:cNvPr id="0" name=""/>
        <dsp:cNvSpPr/>
      </dsp:nvSpPr>
      <dsp:spPr>
        <a:xfrm rot="5400000">
          <a:off x="-128143" y="2229523"/>
          <a:ext cx="854288" cy="598001"/>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kumimoji="1" lang="ja-JP" altLang="en-US" sz="1800" kern="1200" dirty="0">
              <a:latin typeface="Meiryo UI" panose="020B0604030504040204" pitchFamily="50" charset="-128"/>
              <a:ea typeface="Meiryo UI" panose="020B0604030504040204" pitchFamily="50" charset="-128"/>
            </a:rPr>
            <a:t>４</a:t>
          </a:r>
        </a:p>
      </dsp:txBody>
      <dsp:txXfrm rot="-5400000">
        <a:off x="1" y="2400381"/>
        <a:ext cx="598001" cy="256287"/>
      </dsp:txXfrm>
    </dsp:sp>
    <dsp:sp modelId="{9717AB6C-04D8-4261-B877-B2DCAF8A389A}">
      <dsp:nvSpPr>
        <dsp:cNvPr id="0" name=""/>
        <dsp:cNvSpPr/>
      </dsp:nvSpPr>
      <dsp:spPr>
        <a:xfrm rot="5400000">
          <a:off x="4267536" y="-1568154"/>
          <a:ext cx="555287" cy="7894356"/>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kumimoji="1" lang="en-US" altLang="ja-JP" sz="1800" kern="1200" dirty="0">
              <a:latin typeface="Meiryo UI" panose="020B0604030504040204" pitchFamily="50" charset="-128"/>
              <a:ea typeface="Meiryo UI" panose="020B0604030504040204" pitchFamily="50" charset="-128"/>
            </a:rPr>
            <a:t>TAM</a:t>
          </a:r>
          <a:r>
            <a:rPr kumimoji="1" lang="ja-JP" altLang="en-US" sz="1800" kern="1200" dirty="0">
              <a:latin typeface="Meiryo UI" panose="020B0604030504040204" pitchFamily="50" charset="-128"/>
              <a:ea typeface="Meiryo UI" panose="020B0604030504040204" pitchFamily="50" charset="-128"/>
            </a:rPr>
            <a:t>の利用開始</a:t>
          </a:r>
        </a:p>
      </dsp:txBody>
      <dsp:txXfrm rot="-5400000">
        <a:off x="598002" y="2128487"/>
        <a:ext cx="7867249" cy="501073"/>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34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348"/>
          </a:xfrm>
          <a:prstGeom prst="rect">
            <a:avLst/>
          </a:prstGeom>
        </p:spPr>
        <p:txBody>
          <a:bodyPr vert="horz" lIns="91440" tIns="45720" rIns="91440" bIns="45720" rtlCol="0"/>
          <a:lstStyle>
            <a:lvl1pPr algn="r">
              <a:defRPr sz="1200"/>
            </a:lvl1pPr>
          </a:lstStyle>
          <a:p>
            <a:fld id="{83BB72FF-5DE9-4605-AB54-6D7B45A4D9F5}" type="datetimeFigureOut">
              <a:rPr kumimoji="1" lang="ja-JP" altLang="en-US" smtClean="0"/>
              <a:t>2025/5/22</a:t>
            </a:fld>
            <a:endParaRPr kumimoji="1" lang="ja-JP" altLang="en-US"/>
          </a:p>
        </p:txBody>
      </p:sp>
      <p:sp>
        <p:nvSpPr>
          <p:cNvPr id="4" name="スライド イメージ プレースホルダー 3"/>
          <p:cNvSpPr>
            <a:spLocks noGrp="1" noRot="1" noChangeAspect="1"/>
          </p:cNvSpPr>
          <p:nvPr>
            <p:ph type="sldImg" idx="2"/>
          </p:nvPr>
        </p:nvSpPr>
        <p:spPr>
          <a:xfrm>
            <a:off x="406400" y="1233488"/>
            <a:ext cx="5922963" cy="3332162"/>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51219"/>
            <a:ext cx="5388610" cy="38873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7317"/>
            <a:ext cx="2918831" cy="49534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7317"/>
            <a:ext cx="2918831" cy="495347"/>
          </a:xfrm>
          <a:prstGeom prst="rect">
            <a:avLst/>
          </a:prstGeom>
        </p:spPr>
        <p:txBody>
          <a:bodyPr vert="horz" lIns="91440" tIns="45720" rIns="91440" bIns="45720" rtlCol="0" anchor="b"/>
          <a:lstStyle>
            <a:lvl1pPr algn="r">
              <a:defRPr sz="1200"/>
            </a:lvl1pPr>
          </a:lstStyle>
          <a:p>
            <a:fld id="{3FBD6F6D-C36D-4470-8522-7EFBB7F92C27}" type="slidenum">
              <a:rPr kumimoji="1" lang="ja-JP" altLang="en-US" smtClean="0"/>
              <a:t>‹#›</a:t>
            </a:fld>
            <a:endParaRPr kumimoji="1" lang="ja-JP" altLang="en-US"/>
          </a:p>
        </p:txBody>
      </p:sp>
    </p:spTree>
    <p:extLst>
      <p:ext uri="{BB962C8B-B14F-4D97-AF65-F5344CB8AC3E}">
        <p14:creationId xmlns:p14="http://schemas.microsoft.com/office/powerpoint/2010/main" val="38408498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FBD6F6D-C36D-4470-8522-7EFBB7F92C27}" type="slidenum">
              <a:rPr kumimoji="1" lang="ja-JP" altLang="en-US" smtClean="0"/>
              <a:t>2</a:t>
            </a:fld>
            <a:endParaRPr kumimoji="1" lang="ja-JP" altLang="en-US"/>
          </a:p>
        </p:txBody>
      </p:sp>
    </p:spTree>
    <p:extLst>
      <p:ext uri="{BB962C8B-B14F-4D97-AF65-F5344CB8AC3E}">
        <p14:creationId xmlns:p14="http://schemas.microsoft.com/office/powerpoint/2010/main" val="2308165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FBD6F6D-C36D-4470-8522-7EFBB7F92C27}" type="slidenum">
              <a:rPr kumimoji="1" lang="ja-JP" altLang="en-US" smtClean="0"/>
              <a:t>4</a:t>
            </a:fld>
            <a:endParaRPr kumimoji="1" lang="ja-JP" altLang="en-US"/>
          </a:p>
        </p:txBody>
      </p:sp>
    </p:spTree>
    <p:extLst>
      <p:ext uri="{BB962C8B-B14F-4D97-AF65-F5344CB8AC3E}">
        <p14:creationId xmlns:p14="http://schemas.microsoft.com/office/powerpoint/2010/main" val="3691246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BD8CC-E9C8-0FC1-7647-9FBFB92E841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FB1528-DFDE-0566-3F92-F01AC353C0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D48D35-7FDD-71C4-BE9E-A5506EFD9C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AD076E0-E1E3-E721-1C21-0E53BDDD2294}"/>
              </a:ext>
            </a:extLst>
          </p:cNvPr>
          <p:cNvSpPr>
            <a:spLocks noGrp="1"/>
          </p:cNvSpPr>
          <p:nvPr>
            <p:ph type="sldNum" sz="quarter" idx="5"/>
          </p:nvPr>
        </p:nvSpPr>
        <p:spPr/>
        <p:txBody>
          <a:bodyPr/>
          <a:lstStyle/>
          <a:p>
            <a:fld id="{3FBD6F6D-C36D-4470-8522-7EFBB7F92C27}" type="slidenum">
              <a:rPr kumimoji="1" lang="ja-JP" altLang="en-US" smtClean="0"/>
              <a:t>5</a:t>
            </a:fld>
            <a:endParaRPr kumimoji="1" lang="ja-JP" altLang="en-US"/>
          </a:p>
        </p:txBody>
      </p:sp>
    </p:spTree>
    <p:extLst>
      <p:ext uri="{BB962C8B-B14F-4D97-AF65-F5344CB8AC3E}">
        <p14:creationId xmlns:p14="http://schemas.microsoft.com/office/powerpoint/2010/main" val="699690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FBD6F6D-C36D-4470-8522-7EFBB7F92C27}" type="slidenum">
              <a:rPr kumimoji="1" lang="ja-JP" altLang="en-US" smtClean="0"/>
              <a:t>10</a:t>
            </a:fld>
            <a:endParaRPr kumimoji="1" lang="ja-JP" altLang="en-US"/>
          </a:p>
        </p:txBody>
      </p:sp>
    </p:spTree>
    <p:extLst>
      <p:ext uri="{BB962C8B-B14F-4D97-AF65-F5344CB8AC3E}">
        <p14:creationId xmlns:p14="http://schemas.microsoft.com/office/powerpoint/2010/main" val="26150284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B750FE02-48C5-B50E-00BC-08B73CB946A9}"/>
              </a:ext>
            </a:extLst>
          </p:cNvPr>
          <p:cNvSpPr/>
          <p:nvPr userDrawn="1"/>
        </p:nvSpPr>
        <p:spPr>
          <a:xfrm>
            <a:off x="0" y="1"/>
            <a:ext cx="9434286" cy="834887"/>
          </a:xfrm>
          <a:prstGeom prst="rect">
            <a:avLst/>
          </a:prstGeom>
          <a:gradFill flip="none" rotWithShape="1">
            <a:gsLst>
              <a:gs pos="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グラフィックス 6">
            <a:extLst>
              <a:ext uri="{FF2B5EF4-FFF2-40B4-BE49-F238E27FC236}">
                <a16:creationId xmlns:a16="http://schemas.microsoft.com/office/drawing/2014/main" id="{3606A4D5-74B4-3C41-3CD5-11E0A2637BE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00447" y="199197"/>
            <a:ext cx="2183502" cy="489200"/>
          </a:xfrm>
          <a:prstGeom prst="rect">
            <a:avLst/>
          </a:prstGeom>
        </p:spPr>
      </p:pic>
      <p:pic>
        <p:nvPicPr>
          <p:cNvPr id="8" name="グラフィックス 7">
            <a:extLst>
              <a:ext uri="{FF2B5EF4-FFF2-40B4-BE49-F238E27FC236}">
                <a16:creationId xmlns:a16="http://schemas.microsoft.com/office/drawing/2014/main" id="{52F2707B-9BFB-9D00-C5A7-946054B81B89}"/>
              </a:ext>
            </a:extLst>
          </p:cNvPr>
          <p:cNvPicPr>
            <a:picLocks noChangeAspect="1"/>
          </p:cNvPicPr>
          <p:nvPr userDrawn="1"/>
        </p:nvPicPr>
        <p:blipFill>
          <a:blip r:embed="rId4">
            <a:alphaModFix amt="30000"/>
            <a:extLst>
              <a:ext uri="{96DAC541-7B7A-43D3-8B79-37D633B846F1}">
                <asvg:svgBlip xmlns:asvg="http://schemas.microsoft.com/office/drawing/2016/SVG/main" r:embed="rId5"/>
              </a:ext>
            </a:extLst>
          </a:blip>
          <a:stretch>
            <a:fillRect/>
          </a:stretch>
        </p:blipFill>
        <p:spPr>
          <a:xfrm>
            <a:off x="0" y="1186011"/>
            <a:ext cx="3820966" cy="4968476"/>
          </a:xfrm>
          <a:prstGeom prst="rect">
            <a:avLst/>
          </a:prstGeom>
        </p:spPr>
      </p:pic>
      <p:pic>
        <p:nvPicPr>
          <p:cNvPr id="13" name="グラフィックス 12">
            <a:extLst>
              <a:ext uri="{FF2B5EF4-FFF2-40B4-BE49-F238E27FC236}">
                <a16:creationId xmlns:a16="http://schemas.microsoft.com/office/drawing/2014/main" id="{29FBC707-F98B-AB45-357A-DAC745FD685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40899" y="5973804"/>
            <a:ext cx="2226938" cy="207694"/>
          </a:xfrm>
          <a:prstGeom prst="rect">
            <a:avLst/>
          </a:prstGeom>
        </p:spPr>
      </p:pic>
      <p:sp>
        <p:nvSpPr>
          <p:cNvPr id="3" name="Google Shape;57;p14">
            <a:extLst>
              <a:ext uri="{FF2B5EF4-FFF2-40B4-BE49-F238E27FC236}">
                <a16:creationId xmlns:a16="http://schemas.microsoft.com/office/drawing/2014/main" id="{46F64552-2184-745E-ADC6-3C8534FF083B}"/>
              </a:ext>
            </a:extLst>
          </p:cNvPr>
          <p:cNvSpPr/>
          <p:nvPr userDrawn="1"/>
        </p:nvSpPr>
        <p:spPr>
          <a:xfrm>
            <a:off x="113262" y="6552684"/>
            <a:ext cx="2173652" cy="12276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ja" sz="900" b="0" i="0" u="none" strike="noStrike" cap="none" dirty="0">
                <a:solidFill>
                  <a:srgbClr val="7F7F7F"/>
                </a:solidFill>
                <a:latin typeface="Arial"/>
                <a:ea typeface="Arial"/>
                <a:cs typeface="Arial"/>
                <a:sym typeface="Arial"/>
              </a:rPr>
              <a:t>Copyright © TIGER CORPORATION</a:t>
            </a:r>
            <a:endParaRPr sz="900" dirty="0">
              <a:solidFill>
                <a:srgbClr val="7F7F7F"/>
              </a:solidFill>
              <a:latin typeface="Arial"/>
              <a:ea typeface="Arial"/>
              <a:cs typeface="Arial"/>
              <a:sym typeface="Arial"/>
            </a:endParaRPr>
          </a:p>
        </p:txBody>
      </p:sp>
      <p:sp>
        <p:nvSpPr>
          <p:cNvPr id="4" name="Google Shape;58;p14">
            <a:extLst>
              <a:ext uri="{FF2B5EF4-FFF2-40B4-BE49-F238E27FC236}">
                <a16:creationId xmlns:a16="http://schemas.microsoft.com/office/drawing/2014/main" id="{86515731-1212-660A-3AFF-0FB62DBCE3A8}"/>
              </a:ext>
            </a:extLst>
          </p:cNvPr>
          <p:cNvSpPr txBox="1"/>
          <p:nvPr userDrawn="1"/>
        </p:nvSpPr>
        <p:spPr>
          <a:xfrm>
            <a:off x="124147" y="6661793"/>
            <a:ext cx="457200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800" b="0" i="0" u="none" strike="noStrike" dirty="0">
                <a:solidFill>
                  <a:srgbClr val="FF0000"/>
                </a:solidFill>
                <a:latin typeface="Arial"/>
                <a:ea typeface="Arial"/>
                <a:cs typeface="Arial"/>
                <a:sym typeface="Arial"/>
              </a:rPr>
              <a:t>CONFIDENTIAL / SECRET</a:t>
            </a:r>
            <a:endParaRPr sz="1100" dirty="0"/>
          </a:p>
        </p:txBody>
      </p:sp>
    </p:spTree>
    <p:extLst>
      <p:ext uri="{BB962C8B-B14F-4D97-AF65-F5344CB8AC3E}">
        <p14:creationId xmlns:p14="http://schemas.microsoft.com/office/powerpoint/2010/main" val="4280614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企業理念">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3888E4B-6F5B-9843-2507-BCDC9CBE3B29}"/>
              </a:ext>
            </a:extLst>
          </p:cNvPr>
          <p:cNvSpPr/>
          <p:nvPr userDrawn="1"/>
        </p:nvSpPr>
        <p:spPr>
          <a:xfrm>
            <a:off x="1" y="3"/>
            <a:ext cx="6904382" cy="834887"/>
          </a:xfrm>
          <a:prstGeom prst="rect">
            <a:avLst/>
          </a:prstGeom>
          <a:gradFill flip="none" rotWithShape="1">
            <a:gsLst>
              <a:gs pos="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FD07AD97-85E1-2A6C-FF5C-7C9D1F71C606}"/>
              </a:ext>
            </a:extLst>
          </p:cNvPr>
          <p:cNvSpPr/>
          <p:nvPr userDrawn="1"/>
        </p:nvSpPr>
        <p:spPr>
          <a:xfrm>
            <a:off x="254899" y="29260"/>
            <a:ext cx="2898203" cy="8222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b="1" dirty="0">
                <a:solidFill>
                  <a:schemeClr val="bg1"/>
                </a:solidFill>
                <a:latin typeface="Meiryo UI" panose="020B0604030504040204" pitchFamily="50" charset="-128"/>
                <a:ea typeface="Meiryo UI" panose="020B0604030504040204" pitchFamily="50" charset="-128"/>
              </a:rPr>
              <a:t>企業理念</a:t>
            </a:r>
          </a:p>
        </p:txBody>
      </p:sp>
      <p:pic>
        <p:nvPicPr>
          <p:cNvPr id="12" name="グラフィックス 11">
            <a:extLst>
              <a:ext uri="{FF2B5EF4-FFF2-40B4-BE49-F238E27FC236}">
                <a16:creationId xmlns:a16="http://schemas.microsoft.com/office/drawing/2014/main" id="{43CB0C6E-A2EF-2184-471A-512C0538E209}"/>
              </a:ext>
            </a:extLst>
          </p:cNvPr>
          <p:cNvPicPr>
            <a:picLocks noChangeAspect="1"/>
          </p:cNvPicPr>
          <p:nvPr userDrawn="1"/>
        </p:nvPicPr>
        <p:blipFill>
          <a:blip r:embed="rId2">
            <a:alphaModFix amt="30000"/>
            <a:extLst>
              <a:ext uri="{96DAC541-7B7A-43D3-8B79-37D633B846F1}">
                <asvg:svgBlip xmlns:asvg="http://schemas.microsoft.com/office/drawing/2016/SVG/main" r:embed="rId3"/>
              </a:ext>
            </a:extLst>
          </a:blip>
          <a:stretch>
            <a:fillRect/>
          </a:stretch>
        </p:blipFill>
        <p:spPr>
          <a:xfrm>
            <a:off x="0" y="1186011"/>
            <a:ext cx="3820966" cy="4968476"/>
          </a:xfrm>
          <a:prstGeom prst="rect">
            <a:avLst/>
          </a:prstGeom>
        </p:spPr>
      </p:pic>
      <p:pic>
        <p:nvPicPr>
          <p:cNvPr id="3" name="図 2">
            <a:extLst>
              <a:ext uri="{FF2B5EF4-FFF2-40B4-BE49-F238E27FC236}">
                <a16:creationId xmlns:a16="http://schemas.microsoft.com/office/drawing/2014/main" id="{EB0170AE-0F43-13E4-C4F9-A4374A7BB7CB}"/>
              </a:ext>
            </a:extLst>
          </p:cNvPr>
          <p:cNvPicPr>
            <a:picLocks noChangeAspect="1"/>
          </p:cNvPicPr>
          <p:nvPr userDrawn="1"/>
        </p:nvPicPr>
        <p:blipFill>
          <a:blip r:embed="rId4"/>
          <a:stretch>
            <a:fillRect/>
          </a:stretch>
        </p:blipFill>
        <p:spPr>
          <a:xfrm>
            <a:off x="4890052" y="1297280"/>
            <a:ext cx="6472747" cy="5208333"/>
          </a:xfrm>
          <a:prstGeom prst="rect">
            <a:avLst/>
          </a:prstGeom>
        </p:spPr>
      </p:pic>
      <p:sp>
        <p:nvSpPr>
          <p:cNvPr id="5" name="Google Shape;57;p14">
            <a:extLst>
              <a:ext uri="{FF2B5EF4-FFF2-40B4-BE49-F238E27FC236}">
                <a16:creationId xmlns:a16="http://schemas.microsoft.com/office/drawing/2014/main" id="{6E36F209-1A4C-D11C-B6E7-ADF8FAC8E7C7}"/>
              </a:ext>
            </a:extLst>
          </p:cNvPr>
          <p:cNvSpPr/>
          <p:nvPr userDrawn="1"/>
        </p:nvSpPr>
        <p:spPr>
          <a:xfrm>
            <a:off x="113262" y="6552684"/>
            <a:ext cx="2173652" cy="12276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ja" sz="900" b="0" i="0" u="none" strike="noStrike" cap="none" dirty="0">
                <a:solidFill>
                  <a:srgbClr val="7F7F7F"/>
                </a:solidFill>
                <a:latin typeface="Arial"/>
                <a:ea typeface="Arial"/>
                <a:cs typeface="Arial"/>
                <a:sym typeface="Arial"/>
              </a:rPr>
              <a:t>Copyright © TIGER CORPORATION</a:t>
            </a:r>
            <a:endParaRPr sz="900" dirty="0">
              <a:solidFill>
                <a:srgbClr val="7F7F7F"/>
              </a:solidFill>
              <a:latin typeface="Arial"/>
              <a:ea typeface="Arial"/>
              <a:cs typeface="Arial"/>
              <a:sym typeface="Arial"/>
            </a:endParaRPr>
          </a:p>
        </p:txBody>
      </p:sp>
      <p:sp>
        <p:nvSpPr>
          <p:cNvPr id="6" name="Google Shape;58;p14">
            <a:extLst>
              <a:ext uri="{FF2B5EF4-FFF2-40B4-BE49-F238E27FC236}">
                <a16:creationId xmlns:a16="http://schemas.microsoft.com/office/drawing/2014/main" id="{8BF8653D-6D8D-CE69-29E1-78BF21F69641}"/>
              </a:ext>
            </a:extLst>
          </p:cNvPr>
          <p:cNvSpPr txBox="1"/>
          <p:nvPr userDrawn="1"/>
        </p:nvSpPr>
        <p:spPr>
          <a:xfrm>
            <a:off x="124147" y="6661793"/>
            <a:ext cx="457200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800" b="0" i="0" u="none" strike="noStrike" dirty="0">
                <a:solidFill>
                  <a:srgbClr val="FF0000"/>
                </a:solidFill>
                <a:latin typeface="Arial"/>
                <a:ea typeface="Arial"/>
                <a:cs typeface="Arial"/>
                <a:sym typeface="Arial"/>
              </a:rPr>
              <a:t>CONFIDENTIAL / SECRET</a:t>
            </a:r>
            <a:endParaRPr sz="1100" dirty="0"/>
          </a:p>
        </p:txBody>
      </p:sp>
    </p:spTree>
    <p:extLst>
      <p:ext uri="{BB962C8B-B14F-4D97-AF65-F5344CB8AC3E}">
        <p14:creationId xmlns:p14="http://schemas.microsoft.com/office/powerpoint/2010/main" val="3343973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38C22DAA-D42C-FF84-A23A-16B120919873}"/>
              </a:ext>
            </a:extLst>
          </p:cNvPr>
          <p:cNvSpPr/>
          <p:nvPr userDrawn="1"/>
        </p:nvSpPr>
        <p:spPr>
          <a:xfrm>
            <a:off x="1" y="0"/>
            <a:ext cx="5261114" cy="6857996"/>
          </a:xfrm>
          <a:prstGeom prst="rect">
            <a:avLst/>
          </a:prstGeom>
          <a:solidFill>
            <a:srgbClr val="0070C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4F3E020F-170A-AF68-3143-F67A2E8C0C8F}"/>
              </a:ext>
            </a:extLst>
          </p:cNvPr>
          <p:cNvSpPr/>
          <p:nvPr userDrawn="1"/>
        </p:nvSpPr>
        <p:spPr>
          <a:xfrm>
            <a:off x="2133116" y="3134626"/>
            <a:ext cx="3127998" cy="48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bg1"/>
                </a:solidFill>
                <a:latin typeface="Meiryo UI" panose="020B0604030504040204" pitchFamily="50" charset="-128"/>
                <a:ea typeface="Meiryo UI" panose="020B0604030504040204" pitchFamily="50" charset="-128"/>
              </a:rPr>
              <a:t>目次</a:t>
            </a:r>
          </a:p>
        </p:txBody>
      </p:sp>
      <p:pic>
        <p:nvPicPr>
          <p:cNvPr id="12" name="グラフィックス 11">
            <a:extLst>
              <a:ext uri="{FF2B5EF4-FFF2-40B4-BE49-F238E27FC236}">
                <a16:creationId xmlns:a16="http://schemas.microsoft.com/office/drawing/2014/main" id="{F591E027-B676-904D-D380-669612B1E8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00447" y="199197"/>
            <a:ext cx="2183502" cy="489200"/>
          </a:xfrm>
          <a:prstGeom prst="rect">
            <a:avLst/>
          </a:prstGeom>
        </p:spPr>
      </p:pic>
      <p:sp>
        <p:nvSpPr>
          <p:cNvPr id="2" name="スライド番号プレースホルダー 5">
            <a:extLst>
              <a:ext uri="{FF2B5EF4-FFF2-40B4-BE49-F238E27FC236}">
                <a16:creationId xmlns:a16="http://schemas.microsoft.com/office/drawing/2014/main" id="{0EEEB9EC-B1EA-EA3B-1FA5-1093A42FB635}"/>
              </a:ext>
            </a:extLst>
          </p:cNvPr>
          <p:cNvSpPr txBox="1">
            <a:spLocks/>
          </p:cNvSpPr>
          <p:nvPr userDrawn="1"/>
        </p:nvSpPr>
        <p:spPr>
          <a:xfrm>
            <a:off x="9241360" y="6356350"/>
            <a:ext cx="2743200" cy="365125"/>
          </a:xfrm>
          <a:prstGeom prst="rect">
            <a:avLst/>
          </a:prstGeom>
        </p:spPr>
        <p:txBody>
          <a:bodyPr vert="horz" lIns="91440" tIns="45720" rIns="91440" bIns="45720" rtlCol="0" anchor="ctr"/>
          <a:lstStyle>
            <a:defPPr>
              <a:defRPr lang="en-US"/>
            </a:defPPr>
            <a:lvl1pPr algn="r">
              <a:defRPr kumimoji="1">
                <a:solidFill>
                  <a:schemeClr val="tx1">
                    <a:lumMod val="50000"/>
                    <a:lumOff val="50000"/>
                  </a:schemeClr>
                </a:solidFill>
                <a:latin typeface="Meiryo UI" panose="020B0604030504040204" pitchFamily="50" charset="-128"/>
                <a:ea typeface="Meiryo UI" panose="020B0604030504040204" pitchFamily="50" charset="-128"/>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fld id="{8B3FAE15-8617-4292-A5F6-8D6F8A5DD8C3}" type="slidenum">
              <a:rPr lang="ja-JP" altLang="en-US" smtClean="0"/>
              <a:pPr lvl="0"/>
              <a:t>‹#›</a:t>
            </a:fld>
            <a:endParaRPr lang="ja-JP" altLang="en-US" dirty="0"/>
          </a:p>
        </p:txBody>
      </p:sp>
      <p:sp>
        <p:nvSpPr>
          <p:cNvPr id="3" name="Google Shape;57;p14">
            <a:extLst>
              <a:ext uri="{FF2B5EF4-FFF2-40B4-BE49-F238E27FC236}">
                <a16:creationId xmlns:a16="http://schemas.microsoft.com/office/drawing/2014/main" id="{5B5B7B56-C893-CCAF-EE5E-E0598F2CEC1A}"/>
              </a:ext>
            </a:extLst>
          </p:cNvPr>
          <p:cNvSpPr/>
          <p:nvPr userDrawn="1"/>
        </p:nvSpPr>
        <p:spPr>
          <a:xfrm>
            <a:off x="113262" y="6552684"/>
            <a:ext cx="2173652" cy="12276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ja" sz="900" b="0" i="0" u="none" strike="noStrike" cap="none" dirty="0">
                <a:solidFill>
                  <a:srgbClr val="7F7F7F"/>
                </a:solidFill>
                <a:latin typeface="Arial"/>
                <a:ea typeface="Arial"/>
                <a:cs typeface="Arial"/>
                <a:sym typeface="Arial"/>
              </a:rPr>
              <a:t>Copyright © TIGER CORPORATION</a:t>
            </a:r>
            <a:endParaRPr sz="900" dirty="0">
              <a:solidFill>
                <a:srgbClr val="7F7F7F"/>
              </a:solidFill>
              <a:latin typeface="Arial"/>
              <a:ea typeface="Arial"/>
              <a:cs typeface="Arial"/>
              <a:sym typeface="Arial"/>
            </a:endParaRPr>
          </a:p>
        </p:txBody>
      </p:sp>
      <p:sp>
        <p:nvSpPr>
          <p:cNvPr id="4" name="Google Shape;58;p14">
            <a:extLst>
              <a:ext uri="{FF2B5EF4-FFF2-40B4-BE49-F238E27FC236}">
                <a16:creationId xmlns:a16="http://schemas.microsoft.com/office/drawing/2014/main" id="{6441E138-5E27-D0FD-A3A7-4A08FE906990}"/>
              </a:ext>
            </a:extLst>
          </p:cNvPr>
          <p:cNvSpPr txBox="1"/>
          <p:nvPr userDrawn="1"/>
        </p:nvSpPr>
        <p:spPr>
          <a:xfrm>
            <a:off x="124147" y="6661793"/>
            <a:ext cx="457200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800" b="0" i="0" u="none" strike="noStrike" dirty="0">
                <a:solidFill>
                  <a:srgbClr val="FF0000"/>
                </a:solidFill>
                <a:latin typeface="Arial"/>
                <a:ea typeface="Arial"/>
                <a:cs typeface="Arial"/>
                <a:sym typeface="Arial"/>
              </a:rPr>
              <a:t>CONFIDENTIAL / SECRET</a:t>
            </a:r>
            <a:endParaRPr sz="1100" dirty="0"/>
          </a:p>
        </p:txBody>
      </p:sp>
    </p:spTree>
    <p:extLst>
      <p:ext uri="{BB962C8B-B14F-4D97-AF65-F5344CB8AC3E}">
        <p14:creationId xmlns:p14="http://schemas.microsoft.com/office/powerpoint/2010/main" val="770627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文タイトル">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8FEB7C8D-67D3-F1B6-65AB-1F375C460501}"/>
              </a:ext>
            </a:extLst>
          </p:cNvPr>
          <p:cNvSpPr/>
          <p:nvPr userDrawn="1"/>
        </p:nvSpPr>
        <p:spPr>
          <a:xfrm>
            <a:off x="0" y="1"/>
            <a:ext cx="9434286" cy="834887"/>
          </a:xfrm>
          <a:prstGeom prst="rect">
            <a:avLst/>
          </a:prstGeom>
          <a:gradFill flip="none" rotWithShape="1">
            <a:gsLst>
              <a:gs pos="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グラフィックス 6">
            <a:extLst>
              <a:ext uri="{FF2B5EF4-FFF2-40B4-BE49-F238E27FC236}">
                <a16:creationId xmlns:a16="http://schemas.microsoft.com/office/drawing/2014/main" id="{79D6A2D3-02C5-7180-10F6-4EFF511442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00447" y="199197"/>
            <a:ext cx="2183502" cy="489200"/>
          </a:xfrm>
          <a:prstGeom prst="rect">
            <a:avLst/>
          </a:prstGeom>
        </p:spPr>
      </p:pic>
      <p:sp>
        <p:nvSpPr>
          <p:cNvPr id="2" name="スライド番号プレースホルダー 5">
            <a:extLst>
              <a:ext uri="{FF2B5EF4-FFF2-40B4-BE49-F238E27FC236}">
                <a16:creationId xmlns:a16="http://schemas.microsoft.com/office/drawing/2014/main" id="{C20B23C4-D83C-A316-2AAA-A071D387C61D}"/>
              </a:ext>
            </a:extLst>
          </p:cNvPr>
          <p:cNvSpPr txBox="1">
            <a:spLocks/>
          </p:cNvSpPr>
          <p:nvPr userDrawn="1"/>
        </p:nvSpPr>
        <p:spPr>
          <a:xfrm>
            <a:off x="9241360" y="6356350"/>
            <a:ext cx="2743200" cy="365125"/>
          </a:xfrm>
          <a:prstGeom prst="rect">
            <a:avLst/>
          </a:prstGeom>
        </p:spPr>
        <p:txBody>
          <a:bodyPr vert="horz" lIns="91440" tIns="45720" rIns="91440" bIns="45720" rtlCol="0" anchor="ctr"/>
          <a:lstStyle>
            <a:defPPr>
              <a:defRPr lang="en-US"/>
            </a:defPPr>
            <a:lvl1pPr algn="r">
              <a:defRPr kumimoji="1">
                <a:solidFill>
                  <a:schemeClr val="tx1">
                    <a:lumMod val="50000"/>
                    <a:lumOff val="50000"/>
                  </a:schemeClr>
                </a:solidFill>
                <a:latin typeface="Meiryo UI" panose="020B0604030504040204" pitchFamily="50" charset="-128"/>
                <a:ea typeface="Meiryo UI" panose="020B0604030504040204" pitchFamily="50" charset="-128"/>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fld id="{8B3FAE15-8617-4292-A5F6-8D6F8A5DD8C3}" type="slidenum">
              <a:rPr lang="ja-JP" altLang="en-US" smtClean="0"/>
              <a:pPr lvl="0"/>
              <a:t>‹#›</a:t>
            </a:fld>
            <a:endParaRPr lang="ja-JP" altLang="en-US" dirty="0"/>
          </a:p>
        </p:txBody>
      </p:sp>
      <p:sp>
        <p:nvSpPr>
          <p:cNvPr id="3" name="Google Shape;57;p14">
            <a:extLst>
              <a:ext uri="{FF2B5EF4-FFF2-40B4-BE49-F238E27FC236}">
                <a16:creationId xmlns:a16="http://schemas.microsoft.com/office/drawing/2014/main" id="{D561EE54-F70C-9379-62D6-2A05D3118088}"/>
              </a:ext>
            </a:extLst>
          </p:cNvPr>
          <p:cNvSpPr/>
          <p:nvPr userDrawn="1"/>
        </p:nvSpPr>
        <p:spPr>
          <a:xfrm>
            <a:off x="113262" y="6552684"/>
            <a:ext cx="2173652" cy="12276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ja" sz="900" b="0" i="0" u="none" strike="noStrike" cap="none" dirty="0">
                <a:solidFill>
                  <a:srgbClr val="7F7F7F"/>
                </a:solidFill>
                <a:latin typeface="Arial"/>
                <a:ea typeface="Arial"/>
                <a:cs typeface="Arial"/>
                <a:sym typeface="Arial"/>
              </a:rPr>
              <a:t>Copyright © TIGER CORPORATION</a:t>
            </a:r>
            <a:endParaRPr sz="900" dirty="0">
              <a:solidFill>
                <a:srgbClr val="7F7F7F"/>
              </a:solidFill>
              <a:latin typeface="Arial"/>
              <a:ea typeface="Arial"/>
              <a:cs typeface="Arial"/>
              <a:sym typeface="Arial"/>
            </a:endParaRPr>
          </a:p>
        </p:txBody>
      </p:sp>
      <p:sp>
        <p:nvSpPr>
          <p:cNvPr id="4" name="Google Shape;58;p14">
            <a:extLst>
              <a:ext uri="{FF2B5EF4-FFF2-40B4-BE49-F238E27FC236}">
                <a16:creationId xmlns:a16="http://schemas.microsoft.com/office/drawing/2014/main" id="{E27A1156-A2EC-8A24-667A-BE165810E3A8}"/>
              </a:ext>
            </a:extLst>
          </p:cNvPr>
          <p:cNvSpPr txBox="1"/>
          <p:nvPr userDrawn="1"/>
        </p:nvSpPr>
        <p:spPr>
          <a:xfrm>
            <a:off x="124147" y="6661793"/>
            <a:ext cx="457200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800" b="0" i="0" u="none" strike="noStrike" dirty="0">
                <a:solidFill>
                  <a:srgbClr val="FF0000"/>
                </a:solidFill>
                <a:latin typeface="Arial"/>
                <a:ea typeface="Arial"/>
                <a:cs typeface="Arial"/>
                <a:sym typeface="Arial"/>
              </a:rPr>
              <a:t>CONFIDENTIAL / SECRET</a:t>
            </a:r>
            <a:endParaRPr sz="1100" dirty="0"/>
          </a:p>
        </p:txBody>
      </p:sp>
      <p:cxnSp>
        <p:nvCxnSpPr>
          <p:cNvPr id="5" name="Google Shape;96;p21">
            <a:extLst>
              <a:ext uri="{FF2B5EF4-FFF2-40B4-BE49-F238E27FC236}">
                <a16:creationId xmlns:a16="http://schemas.microsoft.com/office/drawing/2014/main" id="{0FABA493-5ED3-FF79-77E4-715D73834C3C}"/>
              </a:ext>
            </a:extLst>
          </p:cNvPr>
          <p:cNvCxnSpPr>
            <a:cxnSpLocks/>
          </p:cNvCxnSpPr>
          <p:nvPr userDrawn="1"/>
        </p:nvCxnSpPr>
        <p:spPr>
          <a:xfrm flipV="1">
            <a:off x="0" y="3730340"/>
            <a:ext cx="9000000" cy="36000"/>
          </a:xfrm>
          <a:prstGeom prst="straightConnector1">
            <a:avLst/>
          </a:prstGeom>
          <a:noFill/>
          <a:ln w="19050" cap="flat" cmpd="sng">
            <a:solidFill>
              <a:srgbClr val="00579F"/>
            </a:solidFill>
            <a:prstDash val="solid"/>
            <a:round/>
            <a:headEnd type="none" w="med" len="med"/>
            <a:tailEnd type="none" w="med" len="med"/>
          </a:ln>
        </p:spPr>
      </p:cxnSp>
    </p:spTree>
    <p:extLst>
      <p:ext uri="{BB962C8B-B14F-4D97-AF65-F5344CB8AC3E}">
        <p14:creationId xmlns:p14="http://schemas.microsoft.com/office/powerpoint/2010/main" val="338855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本文">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8FEB7C8D-67D3-F1B6-65AB-1F375C460501}"/>
              </a:ext>
            </a:extLst>
          </p:cNvPr>
          <p:cNvSpPr/>
          <p:nvPr userDrawn="1"/>
        </p:nvSpPr>
        <p:spPr>
          <a:xfrm>
            <a:off x="0" y="1"/>
            <a:ext cx="9434286" cy="834887"/>
          </a:xfrm>
          <a:prstGeom prst="rect">
            <a:avLst/>
          </a:prstGeom>
          <a:gradFill flip="none" rotWithShape="1">
            <a:gsLst>
              <a:gs pos="0">
                <a:schemeClr val="bg1"/>
              </a:gs>
              <a:gs pos="100000">
                <a:srgbClr val="0070C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グラフィックス 6">
            <a:extLst>
              <a:ext uri="{FF2B5EF4-FFF2-40B4-BE49-F238E27FC236}">
                <a16:creationId xmlns:a16="http://schemas.microsoft.com/office/drawing/2014/main" id="{79D6A2D3-02C5-7180-10F6-4EFF511442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00447" y="199197"/>
            <a:ext cx="2183502" cy="489200"/>
          </a:xfrm>
          <a:prstGeom prst="rect">
            <a:avLst/>
          </a:prstGeom>
        </p:spPr>
      </p:pic>
      <p:sp>
        <p:nvSpPr>
          <p:cNvPr id="2" name="スライド番号プレースホルダー 5">
            <a:extLst>
              <a:ext uri="{FF2B5EF4-FFF2-40B4-BE49-F238E27FC236}">
                <a16:creationId xmlns:a16="http://schemas.microsoft.com/office/drawing/2014/main" id="{C20B23C4-D83C-A316-2AAA-A071D387C61D}"/>
              </a:ext>
            </a:extLst>
          </p:cNvPr>
          <p:cNvSpPr txBox="1">
            <a:spLocks/>
          </p:cNvSpPr>
          <p:nvPr userDrawn="1"/>
        </p:nvSpPr>
        <p:spPr>
          <a:xfrm>
            <a:off x="9241360" y="6356350"/>
            <a:ext cx="2743200" cy="365125"/>
          </a:xfrm>
          <a:prstGeom prst="rect">
            <a:avLst/>
          </a:prstGeom>
        </p:spPr>
        <p:txBody>
          <a:bodyPr vert="horz" lIns="91440" tIns="45720" rIns="91440" bIns="45720" rtlCol="0" anchor="ctr"/>
          <a:lstStyle>
            <a:defPPr>
              <a:defRPr lang="en-US"/>
            </a:defPPr>
            <a:lvl1pPr algn="r">
              <a:defRPr kumimoji="1">
                <a:solidFill>
                  <a:schemeClr val="tx1">
                    <a:lumMod val="50000"/>
                    <a:lumOff val="50000"/>
                  </a:schemeClr>
                </a:solidFill>
                <a:latin typeface="Meiryo UI" panose="020B0604030504040204" pitchFamily="50" charset="-128"/>
                <a:ea typeface="Meiryo UI" panose="020B0604030504040204" pitchFamily="50" charset="-128"/>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fld id="{8B3FAE15-8617-4292-A5F6-8D6F8A5DD8C3}" type="slidenum">
              <a:rPr lang="ja-JP" altLang="en-US" smtClean="0"/>
              <a:pPr lvl="0"/>
              <a:t>‹#›</a:t>
            </a:fld>
            <a:endParaRPr lang="ja-JP" altLang="en-US" dirty="0"/>
          </a:p>
        </p:txBody>
      </p:sp>
      <p:sp>
        <p:nvSpPr>
          <p:cNvPr id="3" name="Google Shape;57;p14">
            <a:extLst>
              <a:ext uri="{FF2B5EF4-FFF2-40B4-BE49-F238E27FC236}">
                <a16:creationId xmlns:a16="http://schemas.microsoft.com/office/drawing/2014/main" id="{D561EE54-F70C-9379-62D6-2A05D3118088}"/>
              </a:ext>
            </a:extLst>
          </p:cNvPr>
          <p:cNvSpPr/>
          <p:nvPr userDrawn="1"/>
        </p:nvSpPr>
        <p:spPr>
          <a:xfrm>
            <a:off x="113262" y="6552684"/>
            <a:ext cx="2173652" cy="12276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ja" sz="900" b="0" i="0" u="none" strike="noStrike" cap="none" dirty="0">
                <a:solidFill>
                  <a:srgbClr val="7F7F7F"/>
                </a:solidFill>
                <a:latin typeface="Arial"/>
                <a:ea typeface="Arial"/>
                <a:cs typeface="Arial"/>
                <a:sym typeface="Arial"/>
              </a:rPr>
              <a:t>Copyright © TIGER CORPORATION</a:t>
            </a:r>
            <a:endParaRPr sz="900" dirty="0">
              <a:solidFill>
                <a:srgbClr val="7F7F7F"/>
              </a:solidFill>
              <a:latin typeface="Arial"/>
              <a:ea typeface="Arial"/>
              <a:cs typeface="Arial"/>
              <a:sym typeface="Arial"/>
            </a:endParaRPr>
          </a:p>
        </p:txBody>
      </p:sp>
      <p:sp>
        <p:nvSpPr>
          <p:cNvPr id="4" name="Google Shape;58;p14">
            <a:extLst>
              <a:ext uri="{FF2B5EF4-FFF2-40B4-BE49-F238E27FC236}">
                <a16:creationId xmlns:a16="http://schemas.microsoft.com/office/drawing/2014/main" id="{E27A1156-A2EC-8A24-667A-BE165810E3A8}"/>
              </a:ext>
            </a:extLst>
          </p:cNvPr>
          <p:cNvSpPr txBox="1"/>
          <p:nvPr userDrawn="1"/>
        </p:nvSpPr>
        <p:spPr>
          <a:xfrm>
            <a:off x="124147" y="6661793"/>
            <a:ext cx="457200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800" b="0" i="0" u="none" strike="noStrike" dirty="0">
                <a:solidFill>
                  <a:srgbClr val="FF0000"/>
                </a:solidFill>
                <a:latin typeface="Arial"/>
                <a:ea typeface="Arial"/>
                <a:cs typeface="Arial"/>
                <a:sym typeface="Arial"/>
              </a:rPr>
              <a:t>CONFIDENTIAL / SECRET</a:t>
            </a:r>
            <a:endParaRPr sz="1100" dirty="0"/>
          </a:p>
        </p:txBody>
      </p:sp>
    </p:spTree>
    <p:extLst>
      <p:ext uri="{BB962C8B-B14F-4D97-AF65-F5344CB8AC3E}">
        <p14:creationId xmlns:p14="http://schemas.microsoft.com/office/powerpoint/2010/main" val="2088632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4" name="スライド番号プレースホルダー 5">
            <a:extLst>
              <a:ext uri="{FF2B5EF4-FFF2-40B4-BE49-F238E27FC236}">
                <a16:creationId xmlns:a16="http://schemas.microsoft.com/office/drawing/2014/main" id="{B4C22FCA-B552-DC1A-5609-BADB8D745A51}"/>
              </a:ext>
            </a:extLst>
          </p:cNvPr>
          <p:cNvSpPr txBox="1">
            <a:spLocks/>
          </p:cNvSpPr>
          <p:nvPr userDrawn="1"/>
        </p:nvSpPr>
        <p:spPr>
          <a:xfrm>
            <a:off x="9241360" y="6356350"/>
            <a:ext cx="2743200" cy="365125"/>
          </a:xfrm>
          <a:prstGeom prst="rect">
            <a:avLst/>
          </a:prstGeom>
        </p:spPr>
        <p:txBody>
          <a:bodyPr vert="horz" lIns="91440" tIns="45720" rIns="91440" bIns="45720" rtlCol="0" anchor="ctr"/>
          <a:lstStyle>
            <a:defPPr>
              <a:defRPr lang="en-US"/>
            </a:defPPr>
            <a:lvl1pPr algn="r">
              <a:defRPr kumimoji="1">
                <a:solidFill>
                  <a:schemeClr val="tx1">
                    <a:lumMod val="50000"/>
                    <a:lumOff val="50000"/>
                  </a:schemeClr>
                </a:solidFill>
                <a:latin typeface="Meiryo UI" panose="020B0604030504040204" pitchFamily="50" charset="-128"/>
                <a:ea typeface="Meiryo UI" panose="020B0604030504040204" pitchFamily="50" charset="-128"/>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fld id="{8B3FAE15-8617-4292-A5F6-8D6F8A5DD8C3}" type="slidenum">
              <a:rPr lang="ja-JP" altLang="en-US" smtClean="0"/>
              <a:pPr lvl="0"/>
              <a:t>‹#›</a:t>
            </a:fld>
            <a:endParaRPr lang="ja-JP" altLang="en-US" dirty="0"/>
          </a:p>
        </p:txBody>
      </p:sp>
      <p:sp>
        <p:nvSpPr>
          <p:cNvPr id="2" name="Google Shape;57;p14">
            <a:extLst>
              <a:ext uri="{FF2B5EF4-FFF2-40B4-BE49-F238E27FC236}">
                <a16:creationId xmlns:a16="http://schemas.microsoft.com/office/drawing/2014/main" id="{1E6CDA52-5A44-75BE-6A43-837682EB96EF}"/>
              </a:ext>
            </a:extLst>
          </p:cNvPr>
          <p:cNvSpPr/>
          <p:nvPr userDrawn="1"/>
        </p:nvSpPr>
        <p:spPr>
          <a:xfrm>
            <a:off x="113262" y="6552684"/>
            <a:ext cx="2173652" cy="12276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ja" sz="900" b="0" i="0" u="none" strike="noStrike" cap="none" dirty="0">
                <a:solidFill>
                  <a:srgbClr val="7F7F7F"/>
                </a:solidFill>
                <a:latin typeface="Arial"/>
                <a:ea typeface="Arial"/>
                <a:cs typeface="Arial"/>
                <a:sym typeface="Arial"/>
              </a:rPr>
              <a:t>Copyright © TIGER CORPORATION</a:t>
            </a:r>
            <a:endParaRPr sz="900" dirty="0">
              <a:solidFill>
                <a:srgbClr val="7F7F7F"/>
              </a:solidFill>
              <a:latin typeface="Arial"/>
              <a:ea typeface="Arial"/>
              <a:cs typeface="Arial"/>
              <a:sym typeface="Arial"/>
            </a:endParaRPr>
          </a:p>
        </p:txBody>
      </p:sp>
      <p:sp>
        <p:nvSpPr>
          <p:cNvPr id="3" name="Google Shape;58;p14">
            <a:extLst>
              <a:ext uri="{FF2B5EF4-FFF2-40B4-BE49-F238E27FC236}">
                <a16:creationId xmlns:a16="http://schemas.microsoft.com/office/drawing/2014/main" id="{2725CF81-2856-473C-9E15-C7B3D52EC8C2}"/>
              </a:ext>
            </a:extLst>
          </p:cNvPr>
          <p:cNvSpPr txBox="1"/>
          <p:nvPr userDrawn="1"/>
        </p:nvSpPr>
        <p:spPr>
          <a:xfrm>
            <a:off x="124147" y="6661793"/>
            <a:ext cx="457200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800" b="0" i="0" u="none" strike="noStrike" dirty="0">
                <a:solidFill>
                  <a:srgbClr val="FF0000"/>
                </a:solidFill>
                <a:latin typeface="Arial"/>
                <a:ea typeface="Arial"/>
                <a:cs typeface="Arial"/>
                <a:sym typeface="Arial"/>
              </a:rPr>
              <a:t>CONFIDENTIAL / SECRET</a:t>
            </a:r>
            <a:endParaRPr sz="1100" dirty="0"/>
          </a:p>
        </p:txBody>
      </p:sp>
    </p:spTree>
    <p:extLst>
      <p:ext uri="{BB962C8B-B14F-4D97-AF65-F5344CB8AC3E}">
        <p14:creationId xmlns:p14="http://schemas.microsoft.com/office/powerpoint/2010/main" val="4095087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白紙（©なし）">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9097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末尾">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69895C9-F97C-9A5E-12AB-D5146AC43864}"/>
              </a:ext>
            </a:extLst>
          </p:cNvPr>
          <p:cNvSpPr/>
          <p:nvPr userDrawn="1"/>
        </p:nvSpPr>
        <p:spPr>
          <a:xfrm>
            <a:off x="4548237" y="4550159"/>
            <a:ext cx="3376563" cy="48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000" dirty="0">
                <a:solidFill>
                  <a:srgbClr val="0070C0">
                    <a:alpha val="70000"/>
                  </a:srgbClr>
                </a:solidFill>
                <a:latin typeface="Meiryo UI" panose="020B0604030504040204" pitchFamily="50" charset="-128"/>
                <a:ea typeface="Meiryo UI" panose="020B0604030504040204" pitchFamily="50" charset="-128"/>
              </a:rPr>
              <a:t>世界中に幸せな団らんを広める。</a:t>
            </a:r>
          </a:p>
        </p:txBody>
      </p:sp>
      <p:sp>
        <p:nvSpPr>
          <p:cNvPr id="8" name="正方形/長方形 7">
            <a:extLst>
              <a:ext uri="{FF2B5EF4-FFF2-40B4-BE49-F238E27FC236}">
                <a16:creationId xmlns:a16="http://schemas.microsoft.com/office/drawing/2014/main" id="{09D6AEEE-D6C3-48EA-E596-B80E6E028AE5}"/>
              </a:ext>
            </a:extLst>
          </p:cNvPr>
          <p:cNvSpPr/>
          <p:nvPr userDrawn="1"/>
        </p:nvSpPr>
        <p:spPr>
          <a:xfrm>
            <a:off x="7253288" y="6233103"/>
            <a:ext cx="4928132" cy="48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lumMod val="50000"/>
                    <a:lumOff val="50000"/>
                  </a:schemeClr>
                </a:solidFill>
                <a:latin typeface="Meiryo UI" panose="020B0604030504040204" pitchFamily="50" charset="-128"/>
                <a:ea typeface="Meiryo UI" panose="020B0604030504040204" pitchFamily="50" charset="-128"/>
              </a:rPr>
              <a:t>本資料の一部または全部を、弊社の書面による許可なく社外に配布すること、</a:t>
            </a:r>
          </a:p>
          <a:p>
            <a:r>
              <a:rPr kumimoji="1" lang="ja-JP" altLang="en-US" sz="1200" dirty="0">
                <a:solidFill>
                  <a:schemeClr val="tx1">
                    <a:lumMod val="50000"/>
                    <a:lumOff val="50000"/>
                  </a:schemeClr>
                </a:solidFill>
                <a:latin typeface="Meiryo UI" panose="020B0604030504040204" pitchFamily="50" charset="-128"/>
                <a:ea typeface="Meiryo UI" panose="020B0604030504040204" pitchFamily="50" charset="-128"/>
              </a:rPr>
              <a:t>貴社内でのご説明以外の目的で複写・複製することはご遠慮ください。</a:t>
            </a:r>
          </a:p>
        </p:txBody>
      </p:sp>
      <p:pic>
        <p:nvPicPr>
          <p:cNvPr id="9" name="グラフィックス 8">
            <a:extLst>
              <a:ext uri="{FF2B5EF4-FFF2-40B4-BE49-F238E27FC236}">
                <a16:creationId xmlns:a16="http://schemas.microsoft.com/office/drawing/2014/main" id="{F8C552FD-FCED-46C4-AC77-21E0A9C489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49837" y="1668703"/>
            <a:ext cx="2827061" cy="2571113"/>
          </a:xfrm>
          <a:prstGeom prst="rect">
            <a:avLst/>
          </a:prstGeom>
        </p:spPr>
      </p:pic>
      <p:sp>
        <p:nvSpPr>
          <p:cNvPr id="2" name="Google Shape;57;p14">
            <a:extLst>
              <a:ext uri="{FF2B5EF4-FFF2-40B4-BE49-F238E27FC236}">
                <a16:creationId xmlns:a16="http://schemas.microsoft.com/office/drawing/2014/main" id="{A6560ABB-5B19-BDC4-F809-997E5B7607E9}"/>
              </a:ext>
            </a:extLst>
          </p:cNvPr>
          <p:cNvSpPr/>
          <p:nvPr userDrawn="1"/>
        </p:nvSpPr>
        <p:spPr>
          <a:xfrm>
            <a:off x="113262" y="6552684"/>
            <a:ext cx="2173652" cy="122764"/>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ja" sz="900" b="0" i="0" u="none" strike="noStrike" cap="none" dirty="0">
                <a:solidFill>
                  <a:srgbClr val="7F7F7F"/>
                </a:solidFill>
                <a:latin typeface="Arial"/>
                <a:ea typeface="Arial"/>
                <a:cs typeface="Arial"/>
                <a:sym typeface="Arial"/>
              </a:rPr>
              <a:t>Copyright © TIGER CORPORATION</a:t>
            </a:r>
            <a:endParaRPr sz="900" dirty="0">
              <a:solidFill>
                <a:srgbClr val="7F7F7F"/>
              </a:solidFill>
              <a:latin typeface="Arial"/>
              <a:ea typeface="Arial"/>
              <a:cs typeface="Arial"/>
              <a:sym typeface="Arial"/>
            </a:endParaRPr>
          </a:p>
        </p:txBody>
      </p:sp>
      <p:sp>
        <p:nvSpPr>
          <p:cNvPr id="3" name="Google Shape;58;p14">
            <a:extLst>
              <a:ext uri="{FF2B5EF4-FFF2-40B4-BE49-F238E27FC236}">
                <a16:creationId xmlns:a16="http://schemas.microsoft.com/office/drawing/2014/main" id="{CE08A029-584A-32A4-0966-AD22A63D7749}"/>
              </a:ext>
            </a:extLst>
          </p:cNvPr>
          <p:cNvSpPr txBox="1"/>
          <p:nvPr userDrawn="1"/>
        </p:nvSpPr>
        <p:spPr>
          <a:xfrm>
            <a:off x="124147" y="6661793"/>
            <a:ext cx="4572000" cy="1962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800" b="0" i="0" u="none" strike="noStrike" dirty="0">
                <a:solidFill>
                  <a:srgbClr val="FF0000"/>
                </a:solidFill>
                <a:latin typeface="Arial"/>
                <a:ea typeface="Arial"/>
                <a:cs typeface="Arial"/>
                <a:sym typeface="Arial"/>
              </a:rPr>
              <a:t>CONFIDENTIAL / SECRET</a:t>
            </a:r>
            <a:endParaRPr sz="1100" dirty="0"/>
          </a:p>
        </p:txBody>
      </p:sp>
    </p:spTree>
    <p:extLst>
      <p:ext uri="{BB962C8B-B14F-4D97-AF65-F5344CB8AC3E}">
        <p14:creationId xmlns:p14="http://schemas.microsoft.com/office/powerpoint/2010/main" val="3582696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4637561"/>
      </p:ext>
    </p:extLst>
  </p:cSld>
  <p:clrMap bg1="lt1" tx1="dk1" bg2="lt2" tx2="dk2" accent1="accent1" accent2="accent2" accent3="accent3" accent4="accent4" accent5="accent5" accent6="accent6" hlink="hlink" folHlink="folHlink"/>
  <p:sldLayoutIdLst>
    <p:sldLayoutId id="2147483674" r:id="rId1"/>
    <p:sldLayoutId id="2147483673" r:id="rId2"/>
    <p:sldLayoutId id="2147483675" r:id="rId3"/>
    <p:sldLayoutId id="2147483676" r:id="rId4"/>
    <p:sldLayoutId id="2147483680" r:id="rId5"/>
    <p:sldLayoutId id="2147483678" r:id="rId6"/>
    <p:sldLayoutId id="2147483679" r:id="rId7"/>
    <p:sldLayoutId id="2147483677" r:id="rId8"/>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15_5A69F129.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microsoft.com/office/2018/10/relationships/comments" Target="../comments/modernComment_133_4A6DDD32.xml"/><Relationship Id="rId1" Type="http://schemas.openxmlformats.org/officeDocument/2006/relationships/slideLayout" Target="../slideLayouts/slideLayout5.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microsoft.com/office/2018/10/relationships/comments" Target="../comments/modernComment_139_66CC1BDB.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microsoft.com/office/2018/10/relationships/comments" Target="../comments/modernComment_149_9B198EB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5">
            <a:extLst>
              <a:ext uri="{FF2B5EF4-FFF2-40B4-BE49-F238E27FC236}">
                <a16:creationId xmlns:a16="http://schemas.microsoft.com/office/drawing/2014/main" id="{705C7B1F-2412-0A65-CCE0-39AC2ECE8D3C}"/>
              </a:ext>
            </a:extLst>
          </p:cNvPr>
          <p:cNvSpPr txBox="1">
            <a:spLocks/>
          </p:cNvSpPr>
          <p:nvPr/>
        </p:nvSpPr>
        <p:spPr>
          <a:xfrm>
            <a:off x="291796" y="2074930"/>
            <a:ext cx="10515600" cy="827088"/>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4800" b="1" dirty="0">
                <a:solidFill>
                  <a:schemeClr val="tx1">
                    <a:lumMod val="95000"/>
                    <a:lumOff val="5000"/>
                  </a:schemeClr>
                </a:solidFill>
                <a:latin typeface="Meiryo UI" panose="020B0604030504040204" pitchFamily="50" charset="-128"/>
                <a:ea typeface="Meiryo UI" panose="020B0604030504040204" pitchFamily="50" charset="-128"/>
              </a:rPr>
              <a:t>TAM</a:t>
            </a:r>
            <a:r>
              <a:rPr lang="ja-JP" altLang="en-US" sz="4800" b="1" dirty="0">
                <a:solidFill>
                  <a:schemeClr val="tx1">
                    <a:lumMod val="95000"/>
                    <a:lumOff val="5000"/>
                  </a:schemeClr>
                </a:solidFill>
                <a:latin typeface="Meiryo UI" panose="020B0604030504040204" pitchFamily="50" charset="-128"/>
                <a:ea typeface="Meiryo UI" panose="020B0604030504040204" pitchFamily="50" charset="-128"/>
              </a:rPr>
              <a:t>のログイン方法変更のご案内</a:t>
            </a:r>
            <a:endParaRPr lang="en-US" altLang="ja-JP" sz="4800" b="1" dirty="0">
              <a:solidFill>
                <a:schemeClr val="tx1">
                  <a:lumMod val="95000"/>
                  <a:lumOff val="5000"/>
                </a:schemeClr>
              </a:solidFill>
              <a:latin typeface="Meiryo UI" panose="020B0604030504040204" pitchFamily="50" charset="-128"/>
              <a:ea typeface="Meiryo UI" panose="020B0604030504040204" pitchFamily="50" charset="-128"/>
            </a:endParaRPr>
          </a:p>
          <a:p>
            <a:pPr algn="ctr"/>
            <a:r>
              <a:rPr lang="ja-JP" altLang="en-US" sz="4800" b="1" dirty="0">
                <a:solidFill>
                  <a:schemeClr val="tx1">
                    <a:lumMod val="95000"/>
                    <a:lumOff val="5000"/>
                  </a:schemeClr>
                </a:solidFill>
                <a:latin typeface="Meiryo UI" panose="020B0604030504040204" pitchFamily="50" charset="-128"/>
                <a:ea typeface="Meiryo UI" panose="020B0604030504040204" pitchFamily="50" charset="-128"/>
              </a:rPr>
              <a:t>（取引先様</a:t>
            </a:r>
            <a:r>
              <a:rPr lang="zh-TW" altLang="en-US" sz="4800" b="1" dirty="0">
                <a:solidFill>
                  <a:schemeClr val="tx1">
                    <a:lumMod val="95000"/>
                    <a:lumOff val="5000"/>
                  </a:schemeClr>
                </a:solidFill>
                <a:latin typeface="Meiryo UI" panose="020B0604030504040204" pitchFamily="50" charset="-128"/>
                <a:ea typeface="Meiryo UI" panose="020B0604030504040204" pitchFamily="50" charset="-128"/>
              </a:rPr>
              <a:t>用）</a:t>
            </a:r>
            <a:endParaRPr lang="ja-JP" altLang="ja-JP" dirty="0">
              <a:latin typeface="Meiryo UI" panose="020B0604030504040204" pitchFamily="50" charset="-128"/>
              <a:ea typeface="Meiryo UI" panose="020B0604030504040204" pitchFamily="50" charset="-128"/>
            </a:endParaRPr>
          </a:p>
        </p:txBody>
      </p:sp>
      <p:sp>
        <p:nvSpPr>
          <p:cNvPr id="4" name="タイトル 5">
            <a:extLst>
              <a:ext uri="{FF2B5EF4-FFF2-40B4-BE49-F238E27FC236}">
                <a16:creationId xmlns:a16="http://schemas.microsoft.com/office/drawing/2014/main" id="{6C1A7FF9-5BE1-9A5E-D100-81A383263244}"/>
              </a:ext>
            </a:extLst>
          </p:cNvPr>
          <p:cNvSpPr txBox="1">
            <a:spLocks/>
          </p:cNvSpPr>
          <p:nvPr/>
        </p:nvSpPr>
        <p:spPr>
          <a:xfrm>
            <a:off x="4143133" y="4239010"/>
            <a:ext cx="3905735" cy="1913595"/>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US" altLang="ja-JP" sz="2000" dirty="0">
                <a:solidFill>
                  <a:schemeClr val="tx1">
                    <a:lumMod val="95000"/>
                    <a:lumOff val="5000"/>
                  </a:schemeClr>
                </a:solidFill>
                <a:latin typeface="Meiryo UI" panose="020B0604030504040204" pitchFamily="50" charset="-128"/>
                <a:ea typeface="Meiryo UI" panose="020B0604030504040204" pitchFamily="50" charset="-128"/>
              </a:rPr>
              <a:t>2025</a:t>
            </a:r>
            <a:r>
              <a:rPr lang="ja-JP" altLang="en-US" sz="2000" dirty="0">
                <a:solidFill>
                  <a:schemeClr val="tx1">
                    <a:lumMod val="95000"/>
                    <a:lumOff val="5000"/>
                  </a:schemeClr>
                </a:solidFill>
                <a:latin typeface="Meiryo UI" panose="020B0604030504040204" pitchFamily="50" charset="-128"/>
                <a:ea typeface="Meiryo UI" panose="020B0604030504040204" pitchFamily="50" charset="-128"/>
              </a:rPr>
              <a:t>年</a:t>
            </a:r>
            <a:r>
              <a:rPr lang="en-US" altLang="ja-JP" sz="2000" dirty="0">
                <a:solidFill>
                  <a:schemeClr val="tx1">
                    <a:lumMod val="95000"/>
                    <a:lumOff val="5000"/>
                  </a:schemeClr>
                </a:solidFill>
                <a:latin typeface="Meiryo UI" panose="020B0604030504040204" pitchFamily="50" charset="-128"/>
                <a:ea typeface="Meiryo UI" panose="020B0604030504040204" pitchFamily="50" charset="-128"/>
              </a:rPr>
              <a:t>5</a:t>
            </a:r>
            <a:r>
              <a:rPr lang="ja-JP" altLang="en-US" sz="2000" dirty="0">
                <a:solidFill>
                  <a:schemeClr val="tx1">
                    <a:lumMod val="95000"/>
                    <a:lumOff val="5000"/>
                  </a:schemeClr>
                </a:solidFill>
                <a:latin typeface="Meiryo UI" panose="020B0604030504040204" pitchFamily="50" charset="-128"/>
                <a:ea typeface="Meiryo UI" panose="020B0604030504040204" pitchFamily="50" charset="-128"/>
              </a:rPr>
              <a:t>月</a:t>
            </a:r>
            <a:r>
              <a:rPr lang="en-US" altLang="ja-JP" sz="2000" dirty="0">
                <a:solidFill>
                  <a:schemeClr val="tx1">
                    <a:lumMod val="95000"/>
                    <a:lumOff val="5000"/>
                  </a:schemeClr>
                </a:solidFill>
                <a:latin typeface="Meiryo UI" panose="020B0604030504040204" pitchFamily="50" charset="-128"/>
                <a:ea typeface="Meiryo UI" panose="020B0604030504040204" pitchFamily="50" charset="-128"/>
              </a:rPr>
              <a:t>22</a:t>
            </a:r>
            <a:r>
              <a:rPr lang="ja-JP" altLang="en-US" sz="2000" dirty="0">
                <a:solidFill>
                  <a:schemeClr val="tx1">
                    <a:lumMod val="95000"/>
                    <a:lumOff val="5000"/>
                  </a:schemeClr>
                </a:solidFill>
                <a:latin typeface="Meiryo UI" panose="020B0604030504040204" pitchFamily="50" charset="-128"/>
                <a:ea typeface="Meiryo UI" panose="020B0604030504040204" pitchFamily="50" charset="-128"/>
              </a:rPr>
              <a:t>日作成</a:t>
            </a:r>
            <a:endParaRPr lang="en-US" altLang="ja-JP" sz="2000" dirty="0">
              <a:solidFill>
                <a:schemeClr val="tx1">
                  <a:lumMod val="95000"/>
                  <a:lumOff val="5000"/>
                </a:schemeClr>
              </a:solidFill>
              <a:latin typeface="Meiryo UI" panose="020B0604030504040204" pitchFamily="50" charset="-128"/>
              <a:ea typeface="Meiryo UI" panose="020B0604030504040204" pitchFamily="50" charset="-128"/>
            </a:endParaRPr>
          </a:p>
          <a:p>
            <a:pPr algn="ctr"/>
            <a:endParaRPr lang="en-US" altLang="ja-JP" sz="2000" dirty="0">
              <a:solidFill>
                <a:schemeClr val="tx1">
                  <a:lumMod val="95000"/>
                  <a:lumOff val="5000"/>
                </a:schemeClr>
              </a:solidFill>
              <a:latin typeface="Meiryo UI" panose="020B0604030504040204" pitchFamily="50" charset="-128"/>
              <a:ea typeface="Meiryo UI" panose="020B0604030504040204" pitchFamily="50" charset="-128"/>
            </a:endParaRPr>
          </a:p>
          <a:p>
            <a:pPr algn="ctr"/>
            <a:r>
              <a:rPr lang="ja-JP" altLang="en-US" sz="2000" dirty="0">
                <a:solidFill>
                  <a:schemeClr val="tx1">
                    <a:lumMod val="95000"/>
                    <a:lumOff val="5000"/>
                  </a:schemeClr>
                </a:solidFill>
                <a:latin typeface="Meiryo UI" panose="020B0604030504040204" pitchFamily="50" charset="-128"/>
                <a:ea typeface="Meiryo UI" panose="020B0604030504040204" pitchFamily="50" charset="-128"/>
              </a:rPr>
              <a:t>タイガー魔法瓶株式会社</a:t>
            </a:r>
            <a:endParaRPr lang="en-US" altLang="ja-JP" sz="2000" dirty="0">
              <a:solidFill>
                <a:schemeClr val="tx1">
                  <a:lumMod val="95000"/>
                  <a:lumOff val="5000"/>
                </a:schemeClr>
              </a:solidFill>
              <a:latin typeface="Meiryo UI" panose="020B0604030504040204" pitchFamily="50" charset="-128"/>
              <a:ea typeface="Meiryo UI" panose="020B0604030504040204" pitchFamily="50" charset="-128"/>
            </a:endParaRPr>
          </a:p>
          <a:p>
            <a:pPr algn="ctr"/>
            <a:r>
              <a:rPr lang="ja-JP" altLang="en-US" sz="2000" dirty="0">
                <a:solidFill>
                  <a:schemeClr val="tx1">
                    <a:lumMod val="95000"/>
                    <a:lumOff val="5000"/>
                  </a:schemeClr>
                </a:solidFill>
                <a:latin typeface="Meiryo UI" panose="020B0604030504040204" pitchFamily="50" charset="-128"/>
                <a:ea typeface="Meiryo UI" panose="020B0604030504040204" pitchFamily="50" charset="-128"/>
              </a:rPr>
              <a:t>情報システムチーム</a:t>
            </a:r>
            <a:endParaRPr lang="ja-JP" altLang="ja-JP"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81520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D412B0E-1556-798D-058C-06875CF81A73}"/>
              </a:ext>
            </a:extLst>
          </p:cNvPr>
          <p:cNvSpPr/>
          <p:nvPr/>
        </p:nvSpPr>
        <p:spPr>
          <a:xfrm>
            <a:off x="167268" y="116018"/>
            <a:ext cx="9001311"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3200" b="1" dirty="0">
                <a:solidFill>
                  <a:schemeClr val="tx1">
                    <a:lumMod val="95000"/>
                    <a:lumOff val="5000"/>
                  </a:schemeClr>
                </a:solidFill>
                <a:latin typeface="Meiryo UI" panose="020B0604030504040204" pitchFamily="50" charset="-128"/>
                <a:ea typeface="Meiryo UI" panose="020B0604030504040204" pitchFamily="50" charset="-128"/>
              </a:rPr>
              <a:t>はじめに</a:t>
            </a:r>
            <a:endParaRPr lang="ja-JP" altLang="ja-JP" sz="3200" dirty="0">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F48C9B40-4D53-8D1B-FB43-5DD2358C8665}"/>
              </a:ext>
            </a:extLst>
          </p:cNvPr>
          <p:cNvSpPr txBox="1"/>
          <p:nvPr/>
        </p:nvSpPr>
        <p:spPr>
          <a:xfrm>
            <a:off x="345773" y="1553707"/>
            <a:ext cx="11367236" cy="646331"/>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この度、</a:t>
            </a:r>
            <a:r>
              <a:rPr kumimoji="1" lang="en-US" altLang="ja-JP" dirty="0">
                <a:latin typeface="Meiryo UI" panose="020B0604030504040204" pitchFamily="50" charset="-128"/>
                <a:ea typeface="Meiryo UI" panose="020B0604030504040204" pitchFamily="50" charset="-128"/>
              </a:rPr>
              <a:t>TAM</a:t>
            </a:r>
            <a:r>
              <a:rPr kumimoji="1" lang="ja-JP" altLang="en-US" dirty="0">
                <a:latin typeface="Meiryo UI" panose="020B0604030504040204" pitchFamily="50" charset="-128"/>
                <a:ea typeface="Meiryo UI" panose="020B0604030504040204" pitchFamily="50" charset="-128"/>
              </a:rPr>
              <a:t>のセキュリティ強化のため</a:t>
            </a:r>
            <a:r>
              <a:rPr kumimoji="1" lang="en-US" altLang="ja-JP" dirty="0">
                <a:latin typeface="Meiryo UI" panose="020B0604030504040204" pitchFamily="50" charset="-128"/>
                <a:ea typeface="Meiryo UI" panose="020B0604030504040204" pitchFamily="50" charset="-128"/>
              </a:rPr>
              <a:t>2</a:t>
            </a:r>
            <a:r>
              <a:rPr kumimoji="1" lang="ja-JP" altLang="en-US" dirty="0">
                <a:latin typeface="Meiryo UI" panose="020B0604030504040204" pitchFamily="50" charset="-128"/>
                <a:ea typeface="Meiryo UI" panose="020B0604030504040204" pitchFamily="50" charset="-128"/>
              </a:rPr>
              <a:t>段階認証のシングルサインオンシステムに対応するように致します。</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このため、事前の設定とログイン方法のご案内を致します。</a:t>
            </a:r>
            <a:endParaRPr kumimoji="1" lang="en-US" altLang="ja-JP"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5C8C3CE-4355-E14C-AE05-430F78CA6A05}"/>
              </a:ext>
            </a:extLst>
          </p:cNvPr>
          <p:cNvSpPr txBox="1"/>
          <p:nvPr/>
        </p:nvSpPr>
        <p:spPr>
          <a:xfrm>
            <a:off x="345773" y="1066399"/>
            <a:ext cx="10427330" cy="461665"/>
          </a:xfrm>
          <a:prstGeom prst="rect">
            <a:avLst/>
          </a:prstGeom>
          <a:noFill/>
        </p:spPr>
        <p:txBody>
          <a:bodyPr wrap="square">
            <a:spAutoFit/>
          </a:bodyPr>
          <a:lstStyle/>
          <a:p>
            <a:r>
              <a:rPr lang="en-US" altLang="ja-JP" sz="2400" b="1" dirty="0">
                <a:solidFill>
                  <a:schemeClr val="tx1">
                    <a:lumMod val="95000"/>
                    <a:lumOff val="5000"/>
                  </a:schemeClr>
                </a:solidFill>
                <a:latin typeface="Meiryo UI" panose="020B0604030504040204" pitchFamily="50" charset="-128"/>
                <a:ea typeface="Meiryo UI" panose="020B0604030504040204" pitchFamily="50" charset="-128"/>
              </a:rPr>
              <a:t>TAM</a:t>
            </a:r>
            <a:r>
              <a:rPr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のシングルサインオン対応によりログイン方法が変わります</a:t>
            </a:r>
            <a:endParaRPr lang="ja-JP" altLang="ja-JP" sz="24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D04CDEF8-DEF2-EBDE-4C64-48C35E1CC430}"/>
              </a:ext>
            </a:extLst>
          </p:cNvPr>
          <p:cNvSpPr txBox="1"/>
          <p:nvPr/>
        </p:nvSpPr>
        <p:spPr>
          <a:xfrm>
            <a:off x="345773" y="2455250"/>
            <a:ext cx="10427330" cy="461665"/>
          </a:xfrm>
          <a:prstGeom prst="rect">
            <a:avLst/>
          </a:prstGeom>
          <a:noFill/>
        </p:spPr>
        <p:txBody>
          <a:bodyPr wrap="square">
            <a:spAutoFit/>
          </a:bodyPr>
          <a:lstStyle/>
          <a:p>
            <a:r>
              <a:rPr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設定の流れ</a:t>
            </a:r>
            <a:endParaRPr lang="ja-JP" altLang="ja-JP" sz="2400" dirty="0">
              <a:latin typeface="Meiryo UI" panose="020B0604030504040204" pitchFamily="50" charset="-128"/>
              <a:ea typeface="Meiryo UI" panose="020B0604030504040204" pitchFamily="50" charset="-128"/>
            </a:endParaRPr>
          </a:p>
        </p:txBody>
      </p:sp>
      <p:graphicFrame>
        <p:nvGraphicFramePr>
          <p:cNvPr id="6" name="図表 5">
            <a:extLst>
              <a:ext uri="{FF2B5EF4-FFF2-40B4-BE49-F238E27FC236}">
                <a16:creationId xmlns:a16="http://schemas.microsoft.com/office/drawing/2014/main" id="{C7E340DC-15C9-7062-302B-DB4590DE15FE}"/>
              </a:ext>
            </a:extLst>
          </p:cNvPr>
          <p:cNvGraphicFramePr/>
          <p:nvPr>
            <p:extLst>
              <p:ext uri="{D42A27DB-BD31-4B8C-83A1-F6EECF244321}">
                <p14:modId xmlns:p14="http://schemas.microsoft.com/office/powerpoint/2010/main" val="61610130"/>
              </p:ext>
            </p:extLst>
          </p:nvPr>
        </p:nvGraphicFramePr>
        <p:xfrm>
          <a:off x="1629103" y="3127224"/>
          <a:ext cx="8492358" cy="29582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49887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9CDE-7148-B386-219E-C688B926F37F}"/>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B5F06F67-2723-0B39-A1A9-719419C40907}"/>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sz="3200" b="1" dirty="0">
              <a:solidFill>
                <a:schemeClr val="tx1">
                  <a:lumMod val="95000"/>
                  <a:lumOff val="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F33C7787-37BA-1DE1-A17A-DF3E60160AF3}"/>
              </a:ext>
            </a:extLst>
          </p:cNvPr>
          <p:cNvSpPr txBox="1"/>
          <p:nvPr/>
        </p:nvSpPr>
        <p:spPr>
          <a:xfrm>
            <a:off x="1155940" y="2038131"/>
            <a:ext cx="9963509" cy="2348528"/>
          </a:xfrm>
          <a:prstGeom prst="rect">
            <a:avLst/>
          </a:prstGeom>
          <a:noFill/>
        </p:spPr>
        <p:txBody>
          <a:bodyPr wrap="square" rtlCol="0" anchor="ctr" anchorCtr="1">
            <a:spAutoFit/>
          </a:bodyPr>
          <a:lstStyle/>
          <a:p>
            <a:pPr algn="ctr">
              <a:lnSpc>
                <a:spcPct val="200000"/>
              </a:lnSpc>
            </a:pPr>
            <a:r>
              <a:rPr kumimoji="1" lang="ja-JP" altLang="en-US" sz="4000" dirty="0">
                <a:latin typeface="Meiryo UI" panose="020B0604030504040204" pitchFamily="50" charset="-128"/>
                <a:ea typeface="Meiryo UI" panose="020B0604030504040204" pitchFamily="50" charset="-128"/>
              </a:rPr>
              <a:t>１．クライアント証明書の</a:t>
            </a:r>
            <a:r>
              <a:rPr kumimoji="1" lang="en-US" altLang="ja-JP" sz="4000" dirty="0">
                <a:latin typeface="Meiryo UI" panose="020B0604030504040204" pitchFamily="50" charset="-128"/>
                <a:ea typeface="Meiryo UI" panose="020B0604030504040204" pitchFamily="50" charset="-128"/>
              </a:rPr>
              <a:t>PC</a:t>
            </a:r>
            <a:r>
              <a:rPr kumimoji="1" lang="ja-JP" altLang="en-US" sz="4000" dirty="0">
                <a:latin typeface="Meiryo UI" panose="020B0604030504040204" pitchFamily="50" charset="-128"/>
                <a:ea typeface="Meiryo UI" panose="020B0604030504040204" pitchFamily="50" charset="-128"/>
              </a:rPr>
              <a:t>へのインストール</a:t>
            </a:r>
            <a:endParaRPr kumimoji="1" lang="en-US" altLang="ja-JP" sz="4000" dirty="0">
              <a:latin typeface="Meiryo UI" panose="020B0604030504040204" pitchFamily="50" charset="-128"/>
              <a:ea typeface="Meiryo UI" panose="020B0604030504040204" pitchFamily="50" charset="-128"/>
            </a:endParaRPr>
          </a:p>
          <a:p>
            <a:pPr algn="ctr">
              <a:lnSpc>
                <a:spcPct val="200000"/>
              </a:lnSpc>
            </a:pPr>
            <a:r>
              <a:rPr kumimoji="1" lang="ja-JP" altLang="en-US" sz="4000" dirty="0">
                <a:latin typeface="Meiryo UI" panose="020B0604030504040204" pitchFamily="50" charset="-128"/>
                <a:ea typeface="Meiryo UI" panose="020B0604030504040204" pitchFamily="50" charset="-128"/>
              </a:rPr>
              <a:t>（初回のみ）</a:t>
            </a:r>
            <a:endParaRPr kumimoji="1" lang="en-US" altLang="ja-JP" sz="4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14427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AD412B0E-1556-798D-058C-06875CF81A73}"/>
              </a:ext>
            </a:extLst>
          </p:cNvPr>
          <p:cNvSpPr/>
          <p:nvPr/>
        </p:nvSpPr>
        <p:spPr>
          <a:xfrm>
            <a:off x="167268" y="116018"/>
            <a:ext cx="9001311"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3200" b="1" dirty="0">
                <a:solidFill>
                  <a:schemeClr val="tx1">
                    <a:lumMod val="95000"/>
                    <a:lumOff val="5000"/>
                  </a:schemeClr>
                </a:solidFill>
                <a:latin typeface="Meiryo UI" panose="020B0604030504040204" pitchFamily="50" charset="-128"/>
                <a:ea typeface="Meiryo UI" panose="020B0604030504040204" pitchFamily="50" charset="-128"/>
              </a:rPr>
              <a:t>Ⅰ.</a:t>
            </a:r>
            <a:r>
              <a:rPr kumimoji="1" lang="ja-JP" altLang="en-US" sz="3200" b="1" dirty="0">
                <a:solidFill>
                  <a:schemeClr val="tx1">
                    <a:lumMod val="95000"/>
                    <a:lumOff val="5000"/>
                  </a:schemeClr>
                </a:solidFill>
                <a:latin typeface="Meiryo UI" panose="020B0604030504040204" pitchFamily="50" charset="-128"/>
                <a:ea typeface="Meiryo UI" panose="020B0604030504040204" pitchFamily="50" charset="-128"/>
              </a:rPr>
              <a:t>クライアント証明書のインストール</a:t>
            </a:r>
          </a:p>
        </p:txBody>
      </p:sp>
      <p:pic>
        <p:nvPicPr>
          <p:cNvPr id="15" name="図 14">
            <a:extLst>
              <a:ext uri="{FF2B5EF4-FFF2-40B4-BE49-F238E27FC236}">
                <a16:creationId xmlns:a16="http://schemas.microsoft.com/office/drawing/2014/main" id="{EBFDCB5B-8D9A-EEEE-333B-3B5993201F73}"/>
              </a:ext>
            </a:extLst>
          </p:cNvPr>
          <p:cNvPicPr>
            <a:picLocks noChangeAspect="1"/>
          </p:cNvPicPr>
          <p:nvPr/>
        </p:nvPicPr>
        <p:blipFill>
          <a:blip r:embed="rId3"/>
          <a:stretch>
            <a:fillRect/>
          </a:stretch>
        </p:blipFill>
        <p:spPr>
          <a:xfrm>
            <a:off x="6095979" y="3649129"/>
            <a:ext cx="42" cy="21"/>
          </a:xfrm>
          <a:prstGeom prst="rect">
            <a:avLst/>
          </a:prstGeom>
        </p:spPr>
      </p:pic>
      <p:sp>
        <p:nvSpPr>
          <p:cNvPr id="18" name="テキスト ボックス 17">
            <a:extLst>
              <a:ext uri="{FF2B5EF4-FFF2-40B4-BE49-F238E27FC236}">
                <a16:creationId xmlns:a16="http://schemas.microsoft.com/office/drawing/2014/main" id="{F48C9B40-4D53-8D1B-FB43-5DD2358C8665}"/>
              </a:ext>
            </a:extLst>
          </p:cNvPr>
          <p:cNvSpPr txBox="1"/>
          <p:nvPr/>
        </p:nvSpPr>
        <p:spPr>
          <a:xfrm>
            <a:off x="305792" y="897793"/>
            <a:ext cx="11367236" cy="2031325"/>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クライアント証明書ファイル（○○○</a:t>
            </a:r>
            <a:r>
              <a:rPr kumimoji="1" lang="en-US" altLang="ja-JP" dirty="0">
                <a:latin typeface="Meiryo UI" panose="020B0604030504040204" pitchFamily="50" charset="-128"/>
                <a:ea typeface="Meiryo UI" panose="020B0604030504040204" pitchFamily="50" charset="-128"/>
              </a:rPr>
              <a:t>.p12</a:t>
            </a:r>
            <a:r>
              <a:rPr kumimoji="1" lang="ja-JP" altLang="en-US" dirty="0">
                <a:latin typeface="Meiryo UI" panose="020B0604030504040204" pitchFamily="50" charset="-128"/>
                <a:ea typeface="Meiryo UI" panose="020B0604030504040204" pitchFamily="50" charset="-128"/>
              </a:rPr>
              <a:t>）は</a:t>
            </a:r>
            <a:r>
              <a:rPr kumimoji="1" lang="ja-JP" altLang="en-US" b="1" dirty="0">
                <a:solidFill>
                  <a:srgbClr val="FF0000"/>
                </a:solidFill>
                <a:latin typeface="Meiryo UI" panose="020B0604030504040204" pitchFamily="50" charset="-128"/>
                <a:ea typeface="Meiryo UI" panose="020B0604030504040204" pitchFamily="50" charset="-128"/>
              </a:rPr>
              <a:t>メール等で配布</a:t>
            </a:r>
            <a:r>
              <a:rPr kumimoji="1" lang="ja-JP" altLang="en-US" dirty="0">
                <a:latin typeface="Meiryo UI" panose="020B0604030504040204" pitchFamily="50" charset="-128"/>
                <a:ea typeface="Meiryo UI" panose="020B0604030504040204" pitchFamily="50" charset="-128"/>
              </a:rPr>
              <a:t>させていただきます。</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配布させていただいた証明書は一度、</a:t>
            </a:r>
            <a:r>
              <a:rPr kumimoji="1" lang="en-US" altLang="ja-JP" dirty="0">
                <a:latin typeface="Meiryo UI" panose="020B0604030504040204" pitchFamily="50" charset="-128"/>
                <a:ea typeface="Meiryo UI" panose="020B0604030504040204" pitchFamily="50" charset="-128"/>
              </a:rPr>
              <a:t>PC</a:t>
            </a:r>
            <a:r>
              <a:rPr kumimoji="1" lang="ja-JP" altLang="en-US" dirty="0">
                <a:latin typeface="Meiryo UI" panose="020B0604030504040204" pitchFamily="50" charset="-128"/>
                <a:ea typeface="Meiryo UI" panose="020B0604030504040204" pitchFamily="50" charset="-128"/>
              </a:rPr>
              <a:t>のデスクトップ等ローカルのフォルダに保存してから作業を実施してください。</a:t>
            </a:r>
            <a:endParaRPr kumimoji="1" lang="en-US" altLang="ja-JP" dirty="0">
              <a:latin typeface="Meiryo UI" panose="020B0604030504040204" pitchFamily="50" charset="-128"/>
              <a:ea typeface="Meiryo UI" panose="020B0604030504040204" pitchFamily="50" charset="-128"/>
            </a:endParaRPr>
          </a:p>
          <a:p>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①保存したファイルをダブルクリックしてください。（証明書のインポートウィザードが表示されます）</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②保存場所が「現在のユーザー」になっているのを確認し、「次へ」をクリックします。</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③インポートするファイルが指定の</a:t>
            </a:r>
            <a:r>
              <a:rPr kumimoji="1" lang="en-US" altLang="ja-JP" b="1" dirty="0">
                <a:highlight>
                  <a:srgbClr val="FFFF00"/>
                </a:highlight>
                <a:latin typeface="Meiryo UI" panose="020B0604030504040204" pitchFamily="50" charset="-128"/>
                <a:ea typeface="Meiryo UI" panose="020B0604030504040204" pitchFamily="50" charset="-128"/>
              </a:rPr>
              <a:t>p12</a:t>
            </a:r>
            <a:r>
              <a:rPr kumimoji="1" lang="ja-JP" altLang="en-US" b="1" dirty="0">
                <a:highlight>
                  <a:srgbClr val="FFFF00"/>
                </a:highlight>
                <a:latin typeface="Meiryo UI" panose="020B0604030504040204" pitchFamily="50" charset="-128"/>
                <a:ea typeface="Meiryo UI" panose="020B0604030504040204" pitchFamily="50" charset="-128"/>
              </a:rPr>
              <a:t>ファイル</a:t>
            </a:r>
            <a:r>
              <a:rPr kumimoji="1" lang="ja-JP" altLang="en-US" dirty="0">
                <a:latin typeface="Meiryo UI" panose="020B0604030504040204" pitchFamily="50" charset="-128"/>
                <a:ea typeface="Meiryo UI" panose="020B0604030504040204" pitchFamily="50" charset="-128"/>
              </a:rPr>
              <a:t>になっているのを確認し、「次へ」をクリックします。</a:t>
            </a:r>
            <a:endParaRPr kumimoji="1" lang="en-US" altLang="ja-JP" dirty="0">
              <a:latin typeface="Meiryo UI" panose="020B0604030504040204" pitchFamily="50" charset="-128"/>
              <a:ea typeface="Meiryo UI" panose="020B0604030504040204" pitchFamily="50" charset="-128"/>
            </a:endParaRPr>
          </a:p>
          <a:p>
            <a:endParaRPr kumimoji="1" lang="ja-JP" altLang="en-US" dirty="0">
              <a:latin typeface="Meiryo UI" panose="020B0604030504040204" pitchFamily="50" charset="-128"/>
              <a:ea typeface="Meiryo UI" panose="020B0604030504040204" pitchFamily="50" charset="-128"/>
            </a:endParaRPr>
          </a:p>
        </p:txBody>
      </p:sp>
      <p:pic>
        <p:nvPicPr>
          <p:cNvPr id="13" name="図 12">
            <a:extLst>
              <a:ext uri="{FF2B5EF4-FFF2-40B4-BE49-F238E27FC236}">
                <a16:creationId xmlns:a16="http://schemas.microsoft.com/office/drawing/2014/main" id="{0425F244-0767-2F51-9F31-46401CDCEE5A}"/>
              </a:ext>
            </a:extLst>
          </p:cNvPr>
          <p:cNvPicPr>
            <a:picLocks noChangeAspect="1"/>
          </p:cNvPicPr>
          <p:nvPr/>
        </p:nvPicPr>
        <p:blipFill>
          <a:blip r:embed="rId4"/>
          <a:stretch>
            <a:fillRect/>
          </a:stretch>
        </p:blipFill>
        <p:spPr>
          <a:xfrm>
            <a:off x="581392" y="2758678"/>
            <a:ext cx="5069624" cy="3604415"/>
          </a:xfrm>
          <a:prstGeom prst="rect">
            <a:avLst/>
          </a:prstGeom>
          <a:ln w="6350">
            <a:solidFill>
              <a:schemeClr val="tx1"/>
            </a:solidFill>
          </a:ln>
        </p:spPr>
      </p:pic>
      <p:sp>
        <p:nvSpPr>
          <p:cNvPr id="6" name="正方形/長方形 5">
            <a:extLst>
              <a:ext uri="{FF2B5EF4-FFF2-40B4-BE49-F238E27FC236}">
                <a16:creationId xmlns:a16="http://schemas.microsoft.com/office/drawing/2014/main" id="{A0B62BEC-C7A1-9481-D901-B339FC6A06E1}"/>
              </a:ext>
            </a:extLst>
          </p:cNvPr>
          <p:cNvSpPr/>
          <p:nvPr/>
        </p:nvSpPr>
        <p:spPr>
          <a:xfrm>
            <a:off x="1162046" y="5172641"/>
            <a:ext cx="1119335" cy="25834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83646A97-1FA0-0F82-AF8C-9AD108B09E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6939" y="2758678"/>
            <a:ext cx="4191928" cy="3981312"/>
          </a:xfrm>
          <a:prstGeom prst="rect">
            <a:avLst/>
          </a:prstGeom>
          <a:noFill/>
          <a:extLst>
            <a:ext uri="{909E8E84-426E-40DD-AFC4-6F175D3DCCD1}">
              <a14:hiddenFill xmlns:a14="http://schemas.microsoft.com/office/drawing/2010/main">
                <a:solidFill>
                  <a:srgbClr val="FFFFFF"/>
                </a:solidFill>
              </a14:hiddenFill>
            </a:ext>
          </a:extLst>
        </p:spPr>
      </p:pic>
      <p:sp>
        <p:nvSpPr>
          <p:cNvPr id="14" name="テキスト ボックス 13">
            <a:extLst>
              <a:ext uri="{FF2B5EF4-FFF2-40B4-BE49-F238E27FC236}">
                <a16:creationId xmlns:a16="http://schemas.microsoft.com/office/drawing/2014/main" id="{5CCA0F42-C822-88E0-44DA-6F62F283C8DF}"/>
              </a:ext>
            </a:extLst>
          </p:cNvPr>
          <p:cNvSpPr txBox="1"/>
          <p:nvPr/>
        </p:nvSpPr>
        <p:spPr>
          <a:xfrm>
            <a:off x="311223" y="2735125"/>
            <a:ext cx="415498" cy="369332"/>
          </a:xfrm>
          <a:prstGeom prst="rect">
            <a:avLst/>
          </a:prstGeom>
          <a:noFill/>
        </p:spPr>
        <p:txBody>
          <a:bodyPr wrap="none" rtlCol="0">
            <a:spAutoFit/>
          </a:bodyPr>
          <a:lstStyle/>
          <a:p>
            <a:r>
              <a:rPr kumimoji="1" lang="ja-JP" altLang="en-US" dirty="0">
                <a:solidFill>
                  <a:srgbClr val="FF0000"/>
                </a:solidFill>
                <a:latin typeface="Meiryo UI" panose="020B0604030504040204" pitchFamily="50" charset="-128"/>
                <a:ea typeface="Meiryo UI" panose="020B0604030504040204" pitchFamily="50" charset="-128"/>
              </a:rPr>
              <a:t>②</a:t>
            </a:r>
          </a:p>
        </p:txBody>
      </p:sp>
      <p:sp>
        <p:nvSpPr>
          <p:cNvPr id="16" name="テキスト ボックス 15">
            <a:extLst>
              <a:ext uri="{FF2B5EF4-FFF2-40B4-BE49-F238E27FC236}">
                <a16:creationId xmlns:a16="http://schemas.microsoft.com/office/drawing/2014/main" id="{F38A5D31-0558-74B0-05E5-765F6C3CB063}"/>
              </a:ext>
            </a:extLst>
          </p:cNvPr>
          <p:cNvSpPr txBox="1"/>
          <p:nvPr/>
        </p:nvSpPr>
        <p:spPr>
          <a:xfrm>
            <a:off x="6404566" y="2752194"/>
            <a:ext cx="415498" cy="369332"/>
          </a:xfrm>
          <a:prstGeom prst="rect">
            <a:avLst/>
          </a:prstGeom>
          <a:noFill/>
        </p:spPr>
        <p:txBody>
          <a:bodyPr wrap="none" rtlCol="0">
            <a:spAutoFit/>
          </a:bodyPr>
          <a:lstStyle/>
          <a:p>
            <a:r>
              <a:rPr kumimoji="1" lang="ja-JP" altLang="en-US" dirty="0">
                <a:solidFill>
                  <a:srgbClr val="FF0000"/>
                </a:solidFill>
                <a:latin typeface="Meiryo UI" panose="020B0604030504040204" pitchFamily="50" charset="-128"/>
                <a:ea typeface="Meiryo UI" panose="020B0604030504040204" pitchFamily="50" charset="-128"/>
              </a:rPr>
              <a:t>③</a:t>
            </a:r>
          </a:p>
        </p:txBody>
      </p:sp>
      <p:sp>
        <p:nvSpPr>
          <p:cNvPr id="17" name="正方形/長方形 16">
            <a:extLst>
              <a:ext uri="{FF2B5EF4-FFF2-40B4-BE49-F238E27FC236}">
                <a16:creationId xmlns:a16="http://schemas.microsoft.com/office/drawing/2014/main" id="{ECF03223-DF9C-301E-1B84-456DF18AA2BD}"/>
              </a:ext>
            </a:extLst>
          </p:cNvPr>
          <p:cNvSpPr/>
          <p:nvPr/>
        </p:nvSpPr>
        <p:spPr>
          <a:xfrm>
            <a:off x="7059464" y="3928882"/>
            <a:ext cx="2897336" cy="49533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908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62374-8307-88F7-B95A-4A2F77FCEC8B}"/>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E8DE550A-3FC2-8273-5620-00785B14B5B4}"/>
              </a:ext>
            </a:extLst>
          </p:cNvPr>
          <p:cNvSpPr/>
          <p:nvPr/>
        </p:nvSpPr>
        <p:spPr>
          <a:xfrm>
            <a:off x="167268" y="116018"/>
            <a:ext cx="9001311"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3200" b="1" dirty="0">
                <a:solidFill>
                  <a:schemeClr val="tx1">
                    <a:lumMod val="95000"/>
                    <a:lumOff val="5000"/>
                  </a:schemeClr>
                </a:solidFill>
                <a:latin typeface="Meiryo UI" panose="020B0604030504040204" pitchFamily="50" charset="-128"/>
                <a:ea typeface="Meiryo UI" panose="020B0604030504040204" pitchFamily="50" charset="-128"/>
              </a:rPr>
              <a:t>Ⅰ.</a:t>
            </a:r>
            <a:r>
              <a:rPr kumimoji="1" lang="ja-JP" altLang="en-US" sz="3200" b="1" dirty="0">
                <a:solidFill>
                  <a:schemeClr val="tx1">
                    <a:lumMod val="95000"/>
                    <a:lumOff val="5000"/>
                  </a:schemeClr>
                </a:solidFill>
                <a:latin typeface="Meiryo UI" panose="020B0604030504040204" pitchFamily="50" charset="-128"/>
                <a:ea typeface="Meiryo UI" panose="020B0604030504040204" pitchFamily="50" charset="-128"/>
              </a:rPr>
              <a:t>クライアント認証の証明書の発行</a:t>
            </a:r>
          </a:p>
        </p:txBody>
      </p:sp>
      <p:sp>
        <p:nvSpPr>
          <p:cNvPr id="3" name="テキスト ボックス 2">
            <a:extLst>
              <a:ext uri="{FF2B5EF4-FFF2-40B4-BE49-F238E27FC236}">
                <a16:creationId xmlns:a16="http://schemas.microsoft.com/office/drawing/2014/main" id="{C8651681-E653-53EF-A164-658767313E24}"/>
              </a:ext>
            </a:extLst>
          </p:cNvPr>
          <p:cNvSpPr txBox="1"/>
          <p:nvPr/>
        </p:nvSpPr>
        <p:spPr>
          <a:xfrm>
            <a:off x="305792" y="914727"/>
            <a:ext cx="11367236" cy="1200329"/>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④秘密キーのパスワードを入力する項目に、メール等でご連絡した</a:t>
            </a:r>
            <a:r>
              <a:rPr kumimoji="1" lang="ja-JP" altLang="en-US" b="1" dirty="0">
                <a:highlight>
                  <a:srgbClr val="FFFF00"/>
                </a:highlight>
                <a:latin typeface="Meiryo UI" panose="020B0604030504040204" pitchFamily="50" charset="-128"/>
                <a:ea typeface="Meiryo UI" panose="020B0604030504040204" pitchFamily="50" charset="-128"/>
              </a:rPr>
              <a:t>証明書保護パスワード</a:t>
            </a:r>
            <a:r>
              <a:rPr kumimoji="1" lang="ja-JP" altLang="en-US" dirty="0">
                <a:latin typeface="Meiryo UI" panose="020B0604030504040204" pitchFamily="50" charset="-128"/>
                <a:ea typeface="Meiryo UI" panose="020B0604030504040204" pitchFamily="50" charset="-128"/>
              </a:rPr>
              <a:t>を入力して「次へ」をクリックします。</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⑤「証明書の種類に基づいて、自動的に証明書ストアを選択する」にチェックされているのを確認し、「次へ」をクリックします。</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⑥「完了」ボタンを押すと、証明書がインポートされます。</a:t>
            </a:r>
          </a:p>
          <a:p>
            <a:r>
              <a:rPr kumimoji="1" lang="en-US" altLang="ja-JP" dirty="0">
                <a:solidFill>
                  <a:srgbClr val="FF0000"/>
                </a:solidFill>
                <a:latin typeface="Meiryo UI" panose="020B0604030504040204" pitchFamily="50" charset="-128"/>
                <a:ea typeface="Meiryo UI" panose="020B0604030504040204" pitchFamily="50" charset="-128"/>
              </a:rPr>
              <a:t>※</a:t>
            </a:r>
            <a:r>
              <a:rPr kumimoji="1" lang="ja-JP" altLang="en-US" dirty="0">
                <a:solidFill>
                  <a:srgbClr val="FF0000"/>
                </a:solidFill>
                <a:latin typeface="Meiryo UI" panose="020B0604030504040204" pitchFamily="50" charset="-128"/>
                <a:ea typeface="Meiryo UI" panose="020B0604030504040204" pitchFamily="50" charset="-128"/>
              </a:rPr>
              <a:t>証明書をインストールしたあとブラウザの再起動が必要です。</a:t>
            </a:r>
          </a:p>
        </p:txBody>
      </p:sp>
      <p:sp>
        <p:nvSpPr>
          <p:cNvPr id="5" name="テキスト ボックス 4">
            <a:extLst>
              <a:ext uri="{FF2B5EF4-FFF2-40B4-BE49-F238E27FC236}">
                <a16:creationId xmlns:a16="http://schemas.microsoft.com/office/drawing/2014/main" id="{977529FC-965B-3DC1-1DB5-9CD82629369C}"/>
              </a:ext>
            </a:extLst>
          </p:cNvPr>
          <p:cNvSpPr txBox="1"/>
          <p:nvPr/>
        </p:nvSpPr>
        <p:spPr>
          <a:xfrm>
            <a:off x="305792" y="2053674"/>
            <a:ext cx="415498" cy="369332"/>
          </a:xfrm>
          <a:prstGeom prst="rect">
            <a:avLst/>
          </a:prstGeom>
          <a:noFill/>
        </p:spPr>
        <p:txBody>
          <a:bodyPr wrap="none" rtlCol="0">
            <a:spAutoFit/>
          </a:bodyPr>
          <a:lstStyle/>
          <a:p>
            <a:r>
              <a:rPr kumimoji="1" lang="ja-JP" altLang="en-US" dirty="0">
                <a:solidFill>
                  <a:srgbClr val="FF0000"/>
                </a:solidFill>
                <a:latin typeface="Meiryo UI" panose="020B0604030504040204" pitchFamily="50" charset="-128"/>
                <a:ea typeface="Meiryo UI" panose="020B0604030504040204" pitchFamily="50" charset="-128"/>
              </a:rPr>
              <a:t>④</a:t>
            </a:r>
          </a:p>
        </p:txBody>
      </p:sp>
      <p:pic>
        <p:nvPicPr>
          <p:cNvPr id="2050" name="Picture 2">
            <a:extLst>
              <a:ext uri="{FF2B5EF4-FFF2-40B4-BE49-F238E27FC236}">
                <a16:creationId xmlns:a16="http://schemas.microsoft.com/office/drawing/2014/main" id="{867C6CC5-AF79-9034-2C40-010CD64EC3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290" y="2155274"/>
            <a:ext cx="4533626" cy="427080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56CCC79-6C3D-F28B-C75D-F264D85B10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5323" y="2016732"/>
            <a:ext cx="4854576" cy="4556557"/>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ボックス 17">
            <a:extLst>
              <a:ext uri="{FF2B5EF4-FFF2-40B4-BE49-F238E27FC236}">
                <a16:creationId xmlns:a16="http://schemas.microsoft.com/office/drawing/2014/main" id="{A7D1B25D-9D36-1663-EFCB-8DABAA401E16}"/>
              </a:ext>
            </a:extLst>
          </p:cNvPr>
          <p:cNvSpPr txBox="1"/>
          <p:nvPr/>
        </p:nvSpPr>
        <p:spPr>
          <a:xfrm>
            <a:off x="5989410" y="1977053"/>
            <a:ext cx="415498" cy="369332"/>
          </a:xfrm>
          <a:prstGeom prst="rect">
            <a:avLst/>
          </a:prstGeom>
          <a:noFill/>
        </p:spPr>
        <p:txBody>
          <a:bodyPr wrap="none" rtlCol="0">
            <a:spAutoFit/>
          </a:bodyPr>
          <a:lstStyle/>
          <a:p>
            <a:r>
              <a:rPr kumimoji="1" lang="ja-JP" altLang="en-US" dirty="0">
                <a:solidFill>
                  <a:srgbClr val="FF0000"/>
                </a:solidFill>
                <a:latin typeface="Meiryo UI" panose="020B0604030504040204" pitchFamily="50" charset="-128"/>
                <a:ea typeface="Meiryo UI" panose="020B0604030504040204" pitchFamily="50" charset="-128"/>
              </a:rPr>
              <a:t>⑤</a:t>
            </a:r>
          </a:p>
        </p:txBody>
      </p:sp>
    </p:spTree>
    <p:extLst>
      <p:ext uri="{BB962C8B-B14F-4D97-AF65-F5344CB8AC3E}">
        <p14:creationId xmlns:p14="http://schemas.microsoft.com/office/powerpoint/2010/main" val="1912153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40B40-4863-B07C-8843-E68A60760CB2}"/>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82E6130B-68F5-36B8-3922-8E8800C094AC}"/>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sz="3200" b="1" dirty="0">
              <a:solidFill>
                <a:schemeClr val="tx1">
                  <a:lumMod val="95000"/>
                  <a:lumOff val="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AE49D283-131C-1421-BD91-E7E10B3EDA9A}"/>
              </a:ext>
            </a:extLst>
          </p:cNvPr>
          <p:cNvSpPr txBox="1"/>
          <p:nvPr/>
        </p:nvSpPr>
        <p:spPr>
          <a:xfrm>
            <a:off x="414068" y="2242899"/>
            <a:ext cx="11257472" cy="1938992"/>
          </a:xfrm>
          <a:prstGeom prst="rect">
            <a:avLst/>
          </a:prstGeom>
          <a:noFill/>
        </p:spPr>
        <p:txBody>
          <a:bodyPr wrap="square" rtlCol="0" anchor="ctr" anchorCtr="1">
            <a:spAutoFit/>
          </a:bodyPr>
          <a:lstStyle/>
          <a:p>
            <a:pPr lvl="0"/>
            <a:r>
              <a:rPr kumimoji="1" lang="ja-JP" altLang="en-US" sz="4000" dirty="0">
                <a:latin typeface="Meiryo UI" panose="020B0604030504040204" pitchFamily="50" charset="-128"/>
                <a:ea typeface="Meiryo UI" panose="020B0604030504040204" pitchFamily="50" charset="-128"/>
              </a:rPr>
              <a:t>２．ワンタイムパスワード発行用</a:t>
            </a:r>
            <a:r>
              <a:rPr kumimoji="1" lang="en-US" altLang="ja-JP" sz="4000" dirty="0">
                <a:latin typeface="Meiryo UI" panose="020B0604030504040204" pitchFamily="50" charset="-128"/>
                <a:ea typeface="Meiryo UI" panose="020B0604030504040204" pitchFamily="50" charset="-128"/>
              </a:rPr>
              <a:t>Authenticator</a:t>
            </a:r>
            <a:r>
              <a:rPr kumimoji="1" lang="ja-JP" altLang="en-US" sz="4000" dirty="0">
                <a:latin typeface="Meiryo UI" panose="020B0604030504040204" pitchFamily="50" charset="-128"/>
                <a:ea typeface="Meiryo UI" panose="020B0604030504040204" pitchFamily="50" charset="-128"/>
              </a:rPr>
              <a:t>アプリ　</a:t>
            </a:r>
            <a:endParaRPr kumimoji="1" lang="en-US" altLang="ja-JP" sz="4000" dirty="0">
              <a:latin typeface="Meiryo UI" panose="020B0604030504040204" pitchFamily="50" charset="-128"/>
              <a:ea typeface="Meiryo UI" panose="020B0604030504040204" pitchFamily="50" charset="-128"/>
            </a:endParaRPr>
          </a:p>
          <a:p>
            <a:pPr lvl="0"/>
            <a:r>
              <a:rPr kumimoji="1" lang="ja-JP" altLang="en-US" sz="4000" dirty="0">
                <a:latin typeface="Meiryo UI" panose="020B0604030504040204" pitchFamily="50" charset="-128"/>
                <a:ea typeface="Meiryo UI" panose="020B0604030504040204" pitchFamily="50" charset="-128"/>
              </a:rPr>
              <a:t>　　　のスマートフォンへのインストール</a:t>
            </a:r>
            <a:endParaRPr kumimoji="1" lang="en-US" altLang="ja-JP" sz="4000" dirty="0">
              <a:latin typeface="Meiryo UI" panose="020B0604030504040204" pitchFamily="50" charset="-128"/>
              <a:ea typeface="Meiryo UI" panose="020B0604030504040204" pitchFamily="50" charset="-128"/>
            </a:endParaRPr>
          </a:p>
          <a:p>
            <a:pPr lvl="0"/>
            <a:r>
              <a:rPr kumimoji="1" lang="ja-JP" altLang="en-US" sz="4000" dirty="0">
                <a:latin typeface="Meiryo UI" panose="020B0604030504040204" pitchFamily="50" charset="-128"/>
                <a:ea typeface="Meiryo UI" panose="020B0604030504040204" pitchFamily="50" charset="-128"/>
              </a:rPr>
              <a:t>　　　（初回のみ）</a:t>
            </a:r>
          </a:p>
        </p:txBody>
      </p:sp>
    </p:spTree>
    <p:extLst>
      <p:ext uri="{BB962C8B-B14F-4D97-AF65-F5344CB8AC3E}">
        <p14:creationId xmlns:p14="http://schemas.microsoft.com/office/powerpoint/2010/main" val="1860284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E0B74887-36F8-AF8B-FE80-73495ADCCD55}"/>
              </a:ext>
            </a:extLst>
          </p:cNvPr>
          <p:cNvSpPr/>
          <p:nvPr/>
        </p:nvSpPr>
        <p:spPr>
          <a:xfrm>
            <a:off x="1627883" y="73417"/>
            <a:ext cx="7748675"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2400" dirty="0" err="1">
                <a:solidFill>
                  <a:srgbClr val="FF0000"/>
                </a:solidFill>
                <a:latin typeface="Meiryo UI" panose="020B0604030504040204" pitchFamily="50" charset="-128"/>
                <a:ea typeface="Meiryo UI" panose="020B0604030504040204" pitchFamily="50" charset="-128"/>
              </a:rPr>
              <a:t>MicrosoftAuthenticator</a:t>
            </a:r>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インストール</a:t>
            </a:r>
            <a:endParaRPr kumimoji="1" lang="en-US" altLang="ja-JP" sz="2400" b="1" dirty="0">
              <a:solidFill>
                <a:schemeClr val="tx1">
                  <a:lumMod val="95000"/>
                  <a:lumOff val="5000"/>
                </a:schemeClr>
              </a:solidFill>
              <a:latin typeface="Meiryo UI" panose="020B0604030504040204" pitchFamily="50" charset="-128"/>
              <a:ea typeface="Meiryo UI" panose="020B0604030504040204" pitchFamily="50" charset="-128"/>
            </a:endParaRPr>
          </a:p>
        </p:txBody>
      </p:sp>
      <p:sp>
        <p:nvSpPr>
          <p:cNvPr id="7" name="四角形: 角を丸くする 6">
            <a:extLst>
              <a:ext uri="{FF2B5EF4-FFF2-40B4-BE49-F238E27FC236}">
                <a16:creationId xmlns:a16="http://schemas.microsoft.com/office/drawing/2014/main" id="{1CFCDFA9-8B33-89F0-1CD1-DCF274225926}"/>
              </a:ext>
            </a:extLst>
          </p:cNvPr>
          <p:cNvSpPr/>
          <p:nvPr/>
        </p:nvSpPr>
        <p:spPr>
          <a:xfrm>
            <a:off x="7184968" y="193649"/>
            <a:ext cx="2282793" cy="462868"/>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latin typeface="Meiryo UI" panose="020B0604030504040204" pitchFamily="50" charset="-128"/>
                <a:ea typeface="Meiryo UI" panose="020B0604030504040204" pitchFamily="50" charset="-128"/>
              </a:rPr>
              <a:t>スマートフォン操作</a:t>
            </a:r>
          </a:p>
        </p:txBody>
      </p:sp>
      <p:sp>
        <p:nvSpPr>
          <p:cNvPr id="9" name="テキスト ボックス 8">
            <a:extLst>
              <a:ext uri="{FF2B5EF4-FFF2-40B4-BE49-F238E27FC236}">
                <a16:creationId xmlns:a16="http://schemas.microsoft.com/office/drawing/2014/main" id="{B947A25C-3FEC-B2EF-2611-C616320D7CEC}"/>
              </a:ext>
            </a:extLst>
          </p:cNvPr>
          <p:cNvSpPr txBox="1"/>
          <p:nvPr/>
        </p:nvSpPr>
        <p:spPr>
          <a:xfrm>
            <a:off x="644183" y="1202819"/>
            <a:ext cx="10527025" cy="2585323"/>
          </a:xfrm>
          <a:prstGeom prst="rect">
            <a:avLst/>
          </a:prstGeom>
          <a:noFill/>
        </p:spPr>
        <p:txBody>
          <a:bodyPr wrap="square">
            <a:spAutoFit/>
          </a:bodyPr>
          <a:lstStyle/>
          <a:p>
            <a:pPr algn="l">
              <a:buNone/>
            </a:pPr>
            <a:r>
              <a:rPr lang="ja-JP" altLang="en-US" b="0" i="0" dirty="0">
                <a:solidFill>
                  <a:srgbClr val="333333"/>
                </a:solidFill>
                <a:effectLst/>
                <a:latin typeface="Meiryo UI" panose="020B0604030504040204" pitchFamily="50" charset="-128"/>
                <a:ea typeface="Meiryo UI" panose="020B0604030504040204" pitchFamily="50" charset="-128"/>
              </a:rPr>
              <a:t>スマートフォンまたはタブレット</a:t>
            </a:r>
            <a:r>
              <a:rPr lang="ja-JP" altLang="en-US" dirty="0">
                <a:solidFill>
                  <a:srgbClr val="333333"/>
                </a:solidFill>
                <a:latin typeface="Meiryo UI" panose="020B0604030504040204" pitchFamily="50" charset="-128"/>
                <a:ea typeface="Meiryo UI" panose="020B0604030504040204" pitchFamily="50" charset="-128"/>
              </a:rPr>
              <a:t>の</a:t>
            </a:r>
            <a:r>
              <a:rPr lang="en-US" altLang="ja-JP" b="0" i="0" dirty="0">
                <a:solidFill>
                  <a:srgbClr val="333333"/>
                </a:solidFill>
                <a:effectLst/>
                <a:latin typeface="Meiryo UI" panose="020B0604030504040204" pitchFamily="50" charset="-128"/>
                <a:ea typeface="Meiryo UI" panose="020B0604030504040204" pitchFamily="50" charset="-128"/>
              </a:rPr>
              <a:t>Apple</a:t>
            </a:r>
            <a:r>
              <a:rPr lang="ja-JP" altLang="en-US" b="0" i="0" dirty="0">
                <a:solidFill>
                  <a:srgbClr val="333333"/>
                </a:solidFill>
                <a:effectLst/>
                <a:latin typeface="Meiryo UI" panose="020B0604030504040204" pitchFamily="50" charset="-128"/>
                <a:ea typeface="Meiryo UI" panose="020B0604030504040204" pitchFamily="50" charset="-128"/>
              </a:rPr>
              <a:t>や</a:t>
            </a:r>
            <a:r>
              <a:rPr lang="en-US" altLang="ja-JP" b="0" i="0" dirty="0">
                <a:solidFill>
                  <a:srgbClr val="333333"/>
                </a:solidFill>
                <a:effectLst/>
                <a:latin typeface="Meiryo UI" panose="020B0604030504040204" pitchFamily="50" charset="-128"/>
                <a:ea typeface="Meiryo UI" panose="020B0604030504040204" pitchFamily="50" charset="-128"/>
              </a:rPr>
              <a:t>Android</a:t>
            </a:r>
            <a:r>
              <a:rPr lang="ja-JP" altLang="en-US" b="0" i="0" dirty="0">
                <a:solidFill>
                  <a:srgbClr val="333333"/>
                </a:solidFill>
                <a:effectLst/>
                <a:latin typeface="Meiryo UI" panose="020B0604030504040204" pitchFamily="50" charset="-128"/>
                <a:ea typeface="Meiryo UI" panose="020B0604030504040204" pitchFamily="50" charset="-128"/>
              </a:rPr>
              <a:t>のアプリストアから</a:t>
            </a:r>
            <a:r>
              <a:rPr lang="en-US" altLang="ja-JP" b="0" i="0" dirty="0">
                <a:solidFill>
                  <a:srgbClr val="333333"/>
                </a:solidFill>
                <a:effectLst/>
                <a:latin typeface="Meiryo UI" panose="020B0604030504040204" pitchFamily="50" charset="-128"/>
                <a:ea typeface="Meiryo UI" panose="020B0604030504040204" pitchFamily="50" charset="-128"/>
              </a:rPr>
              <a:t>Microsoft Authenticator </a:t>
            </a:r>
            <a:r>
              <a:rPr lang="ja-JP" altLang="en-US" b="0" i="0" dirty="0">
                <a:solidFill>
                  <a:srgbClr val="333333"/>
                </a:solidFill>
                <a:effectLst/>
                <a:latin typeface="Meiryo UI" panose="020B0604030504040204" pitchFamily="50" charset="-128"/>
                <a:ea typeface="Meiryo UI" panose="020B0604030504040204" pitchFamily="50" charset="-128"/>
              </a:rPr>
              <a:t>をインストールしてください。</a:t>
            </a:r>
            <a:endParaRPr lang="en-US" altLang="ja-JP" b="0" i="0" dirty="0">
              <a:solidFill>
                <a:srgbClr val="333333"/>
              </a:solidFill>
              <a:effectLst/>
              <a:latin typeface="Meiryo UI" panose="020B0604030504040204" pitchFamily="50" charset="-128"/>
              <a:ea typeface="Meiryo UI" panose="020B0604030504040204" pitchFamily="50" charset="-128"/>
            </a:endParaRPr>
          </a:p>
          <a:p>
            <a:pPr algn="l">
              <a:buNone/>
            </a:pPr>
            <a:endParaRPr lang="en-US" altLang="ja-JP" dirty="0">
              <a:solidFill>
                <a:srgbClr val="333333"/>
              </a:solidFill>
              <a:latin typeface="Meiryo UI" panose="020B0604030504040204" pitchFamily="50" charset="-128"/>
              <a:ea typeface="Meiryo UI" panose="020B0604030504040204" pitchFamily="50" charset="-128"/>
            </a:endParaRPr>
          </a:p>
          <a:p>
            <a:pPr algn="l">
              <a:buNone/>
            </a:pPr>
            <a:r>
              <a:rPr lang="ja-JP" altLang="en-US" b="0" i="0" dirty="0">
                <a:solidFill>
                  <a:srgbClr val="333333"/>
                </a:solidFill>
                <a:effectLst/>
                <a:latin typeface="Meiryo UI" panose="020B0604030504040204" pitchFamily="50" charset="-128"/>
                <a:ea typeface="Meiryo UI" panose="020B0604030504040204" pitchFamily="50" charset="-128"/>
              </a:rPr>
              <a:t>① スマートフォンのアプリストで「</a:t>
            </a:r>
            <a:r>
              <a:rPr lang="en-US" altLang="ja-JP" b="0" i="0" dirty="0">
                <a:solidFill>
                  <a:srgbClr val="333333"/>
                </a:solidFill>
                <a:effectLst/>
                <a:latin typeface="Meiryo UI" panose="020B0604030504040204" pitchFamily="50" charset="-128"/>
                <a:ea typeface="Meiryo UI" panose="020B0604030504040204" pitchFamily="50" charset="-128"/>
              </a:rPr>
              <a:t> Microsoft Authenticator </a:t>
            </a:r>
            <a:r>
              <a:rPr lang="ja-JP" altLang="en-US" b="0" i="0" dirty="0">
                <a:solidFill>
                  <a:srgbClr val="333333"/>
                </a:solidFill>
                <a:effectLst/>
                <a:latin typeface="Meiryo UI" panose="020B0604030504040204" pitchFamily="50" charset="-128"/>
                <a:ea typeface="Meiryo UI" panose="020B0604030504040204" pitchFamily="50" charset="-128"/>
              </a:rPr>
              <a:t>」を検索</a:t>
            </a:r>
            <a:endParaRPr lang="en-US" altLang="ja-JP" b="0" i="0" dirty="0">
              <a:solidFill>
                <a:srgbClr val="333333"/>
              </a:solidFill>
              <a:effectLst/>
              <a:latin typeface="Meiryo UI" panose="020B0604030504040204" pitchFamily="50" charset="-128"/>
              <a:ea typeface="Meiryo UI" panose="020B0604030504040204" pitchFamily="50" charset="-128"/>
            </a:endParaRPr>
          </a:p>
          <a:p>
            <a:pPr algn="l">
              <a:buNone/>
            </a:pPr>
            <a:endParaRPr lang="en-US" altLang="ja-JP" dirty="0">
              <a:solidFill>
                <a:srgbClr val="333333"/>
              </a:solidFill>
              <a:latin typeface="Meiryo UI" panose="020B0604030504040204" pitchFamily="50" charset="-128"/>
              <a:ea typeface="Meiryo UI" panose="020B0604030504040204" pitchFamily="50" charset="-128"/>
            </a:endParaRPr>
          </a:p>
          <a:p>
            <a:pPr algn="l">
              <a:buNone/>
            </a:pPr>
            <a:r>
              <a:rPr lang="ja-JP" altLang="en-US" b="0" i="0" dirty="0">
                <a:solidFill>
                  <a:srgbClr val="333333"/>
                </a:solidFill>
                <a:effectLst/>
                <a:latin typeface="Meiryo UI" panose="020B0604030504040204" pitchFamily="50" charset="-128"/>
                <a:ea typeface="Meiryo UI" panose="020B0604030504040204" pitchFamily="50" charset="-128"/>
              </a:rPr>
              <a:t>② 「</a:t>
            </a:r>
            <a:r>
              <a:rPr lang="en-US" altLang="ja-JP" b="0" i="0" dirty="0">
                <a:solidFill>
                  <a:srgbClr val="333333"/>
                </a:solidFill>
                <a:effectLst/>
                <a:latin typeface="Meiryo UI" panose="020B0604030504040204" pitchFamily="50" charset="-128"/>
                <a:ea typeface="Meiryo UI" panose="020B0604030504040204" pitchFamily="50" charset="-128"/>
              </a:rPr>
              <a:t> Microsoft Authenticator </a:t>
            </a:r>
            <a:r>
              <a:rPr lang="ja-JP" altLang="en-US" b="0" i="0" dirty="0">
                <a:solidFill>
                  <a:srgbClr val="333333"/>
                </a:solidFill>
                <a:effectLst/>
                <a:latin typeface="Meiryo UI" panose="020B0604030504040204" pitchFamily="50" charset="-128"/>
                <a:ea typeface="Meiryo UI" panose="020B0604030504040204" pitchFamily="50" charset="-128"/>
              </a:rPr>
              <a:t>」をインストール</a:t>
            </a:r>
            <a:endParaRPr lang="en-US" altLang="ja-JP" b="0" i="0" dirty="0">
              <a:solidFill>
                <a:srgbClr val="333333"/>
              </a:solidFill>
              <a:effectLst/>
              <a:latin typeface="Meiryo UI" panose="020B0604030504040204" pitchFamily="50" charset="-128"/>
              <a:ea typeface="Meiryo UI" panose="020B0604030504040204" pitchFamily="50" charset="-128"/>
            </a:endParaRPr>
          </a:p>
          <a:p>
            <a:pPr algn="l">
              <a:buNone/>
            </a:pPr>
            <a:endParaRPr lang="en-US" altLang="ja-JP" dirty="0">
              <a:solidFill>
                <a:srgbClr val="333333"/>
              </a:solidFill>
              <a:latin typeface="Meiryo UI" panose="020B0604030504040204" pitchFamily="50" charset="-128"/>
              <a:ea typeface="Meiryo UI" panose="020B0604030504040204" pitchFamily="50" charset="-128"/>
            </a:endParaRPr>
          </a:p>
          <a:p>
            <a:pPr algn="l">
              <a:buNone/>
            </a:pPr>
            <a:r>
              <a:rPr lang="en-US" altLang="ja-JP" dirty="0">
                <a:solidFill>
                  <a:srgbClr val="333333"/>
                </a:solidFill>
                <a:latin typeface="Meiryo UI" panose="020B0604030504040204" pitchFamily="50" charset="-128"/>
                <a:ea typeface="Meiryo UI" panose="020B0604030504040204" pitchFamily="50" charset="-128"/>
              </a:rPr>
              <a:t>※</a:t>
            </a:r>
            <a:r>
              <a:rPr lang="ja-JP" altLang="en-US" b="0" i="0" dirty="0">
                <a:solidFill>
                  <a:srgbClr val="333333"/>
                </a:solidFill>
                <a:effectLst/>
                <a:latin typeface="Meiryo UI" panose="020B0604030504040204" pitchFamily="50" charset="-128"/>
                <a:ea typeface="Meiryo UI" panose="020B0604030504040204" pitchFamily="50" charset="-128"/>
              </a:rPr>
              <a:t> 「</a:t>
            </a:r>
            <a:r>
              <a:rPr lang="en-US" altLang="ja-JP" b="0" i="0" dirty="0">
                <a:solidFill>
                  <a:srgbClr val="333333"/>
                </a:solidFill>
                <a:effectLst/>
                <a:latin typeface="Meiryo UI" panose="020B0604030504040204" pitchFamily="50" charset="-128"/>
                <a:ea typeface="Meiryo UI" panose="020B0604030504040204" pitchFamily="50" charset="-128"/>
              </a:rPr>
              <a:t> Microsoft Authenticator </a:t>
            </a:r>
            <a:r>
              <a:rPr lang="ja-JP" altLang="en-US" b="0" i="0" dirty="0">
                <a:solidFill>
                  <a:srgbClr val="333333"/>
                </a:solidFill>
                <a:effectLst/>
                <a:latin typeface="Meiryo UI" panose="020B0604030504040204" pitchFamily="50" charset="-128"/>
                <a:ea typeface="Meiryo UI" panose="020B0604030504040204" pitchFamily="50" charset="-128"/>
              </a:rPr>
              <a:t>」は無料でインストールできます。</a:t>
            </a:r>
            <a:endParaRPr lang="en-US" altLang="ja-JP" b="0" i="0" dirty="0">
              <a:solidFill>
                <a:srgbClr val="333333"/>
              </a:solidFill>
              <a:effectLst/>
              <a:latin typeface="Meiryo UI" panose="020B0604030504040204" pitchFamily="50" charset="-128"/>
              <a:ea typeface="Meiryo UI" panose="020B0604030504040204" pitchFamily="50" charset="-128"/>
            </a:endParaRPr>
          </a:p>
          <a:p>
            <a:pPr algn="l">
              <a:buNone/>
            </a:pPr>
            <a:r>
              <a:rPr lang="en-US" altLang="ja-JP" dirty="0">
                <a:solidFill>
                  <a:srgbClr val="333333"/>
                </a:solidFill>
                <a:latin typeface="Meiryo UI" panose="020B0604030504040204" pitchFamily="50" charset="-128"/>
                <a:ea typeface="Meiryo UI" panose="020B0604030504040204" pitchFamily="50" charset="-128"/>
              </a:rPr>
              <a:t>※ </a:t>
            </a:r>
            <a:r>
              <a:rPr lang="ja-JP" altLang="en-US" dirty="0">
                <a:solidFill>
                  <a:srgbClr val="333333"/>
                </a:solidFill>
                <a:latin typeface="Meiryo UI" panose="020B0604030504040204" pitchFamily="50" charset="-128"/>
                <a:ea typeface="Meiryo UI" panose="020B0604030504040204" pitchFamily="50" charset="-128"/>
              </a:rPr>
              <a:t>中国以外の地域では</a:t>
            </a:r>
            <a:r>
              <a:rPr lang="en-US" altLang="ja-JP" dirty="0">
                <a:solidFill>
                  <a:srgbClr val="333333"/>
                </a:solidFill>
                <a:latin typeface="Meiryo UI" panose="020B0604030504040204" pitchFamily="50" charset="-128"/>
                <a:ea typeface="Meiryo UI" panose="020B0604030504040204" pitchFamily="50" charset="-128"/>
              </a:rPr>
              <a:t>Google</a:t>
            </a:r>
            <a:r>
              <a:rPr lang="ja-JP" altLang="en-US" dirty="0">
                <a:solidFill>
                  <a:srgbClr val="333333"/>
                </a:solidFill>
                <a:latin typeface="Meiryo UI" panose="020B0604030504040204" pitchFamily="50" charset="-128"/>
                <a:ea typeface="Meiryo UI" panose="020B0604030504040204" pitchFamily="50" charset="-128"/>
              </a:rPr>
              <a:t>の「</a:t>
            </a:r>
            <a:r>
              <a:rPr lang="en-US" altLang="ja-JP" b="0" i="0" dirty="0">
                <a:solidFill>
                  <a:srgbClr val="333333"/>
                </a:solidFill>
                <a:effectLst/>
                <a:latin typeface="Meiryo UI" panose="020B0604030504040204" pitchFamily="50" charset="-128"/>
                <a:ea typeface="Meiryo UI" panose="020B0604030504040204" pitchFamily="50" charset="-128"/>
              </a:rPr>
              <a:t>Authenticator</a:t>
            </a:r>
            <a:r>
              <a:rPr lang="ja-JP" altLang="en-US" dirty="0">
                <a:solidFill>
                  <a:srgbClr val="333333"/>
                </a:solidFill>
                <a:latin typeface="Meiryo UI" panose="020B0604030504040204" pitchFamily="50" charset="-128"/>
                <a:ea typeface="Meiryo UI" panose="020B0604030504040204" pitchFamily="50" charset="-128"/>
              </a:rPr>
              <a:t>」でも利用できます。</a:t>
            </a:r>
            <a:endParaRPr lang="ja-JP" altLang="en-US" b="0" i="0" dirty="0">
              <a:solidFill>
                <a:srgbClr val="333333"/>
              </a:solidFill>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85832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AA698-AF62-0C16-8FA1-5466231FFFB5}"/>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D6DE9007-593C-7D84-6AE8-B240196C54F0}"/>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sz="3200" b="1" dirty="0">
              <a:solidFill>
                <a:schemeClr val="tx1">
                  <a:lumMod val="95000"/>
                  <a:lumOff val="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697ED6FE-64EF-4ABA-CAF7-5343D0F3665A}"/>
              </a:ext>
            </a:extLst>
          </p:cNvPr>
          <p:cNvSpPr txBox="1"/>
          <p:nvPr/>
        </p:nvSpPr>
        <p:spPr>
          <a:xfrm>
            <a:off x="310551" y="2956116"/>
            <a:ext cx="11257472" cy="1323439"/>
          </a:xfrm>
          <a:prstGeom prst="rect">
            <a:avLst/>
          </a:prstGeom>
          <a:noFill/>
        </p:spPr>
        <p:txBody>
          <a:bodyPr wrap="square" rtlCol="0" anchor="ctr" anchorCtr="1">
            <a:spAutoFit/>
          </a:bodyPr>
          <a:lstStyle/>
          <a:p>
            <a:pPr lvl="0"/>
            <a:r>
              <a:rPr kumimoji="1" lang="en-US" altLang="ja-JP" sz="4000" dirty="0">
                <a:latin typeface="Meiryo UI" panose="020B0604030504040204" pitchFamily="50" charset="-128"/>
                <a:ea typeface="Meiryo UI" panose="020B0604030504040204" pitchFamily="50" charset="-128"/>
              </a:rPr>
              <a:t>3</a:t>
            </a:r>
            <a:r>
              <a:rPr kumimoji="1" lang="ja-JP" altLang="en-US" sz="4000" dirty="0">
                <a:latin typeface="Meiryo UI" panose="020B0604030504040204" pitchFamily="50" charset="-128"/>
                <a:ea typeface="Meiryo UI" panose="020B0604030504040204" pitchFamily="50" charset="-128"/>
              </a:rPr>
              <a:t>．シングルサインオンシステム（トラストログイン）</a:t>
            </a:r>
            <a:endParaRPr kumimoji="1" lang="en-US" altLang="ja-JP" sz="4000" dirty="0">
              <a:latin typeface="Meiryo UI" panose="020B0604030504040204" pitchFamily="50" charset="-128"/>
              <a:ea typeface="Meiryo UI" panose="020B0604030504040204" pitchFamily="50" charset="-128"/>
            </a:endParaRPr>
          </a:p>
          <a:p>
            <a:pPr lvl="0"/>
            <a:r>
              <a:rPr kumimoji="1" lang="ja-JP" altLang="en-US" sz="4000" dirty="0">
                <a:latin typeface="Meiryo UI" panose="020B0604030504040204" pitchFamily="50" charset="-128"/>
                <a:ea typeface="Meiryo UI" panose="020B0604030504040204" pitchFamily="50" charset="-128"/>
              </a:rPr>
              <a:t>　　　へのログイン</a:t>
            </a:r>
          </a:p>
        </p:txBody>
      </p:sp>
    </p:spTree>
    <p:extLst>
      <p:ext uri="{BB962C8B-B14F-4D97-AF65-F5344CB8AC3E}">
        <p14:creationId xmlns:p14="http://schemas.microsoft.com/office/powerpoint/2010/main" val="3004109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図 37">
            <a:extLst>
              <a:ext uri="{FF2B5EF4-FFF2-40B4-BE49-F238E27FC236}">
                <a16:creationId xmlns:a16="http://schemas.microsoft.com/office/drawing/2014/main" id="{08027F4A-AFDE-6953-AF48-32B698C973E6}"/>
              </a:ext>
            </a:extLst>
          </p:cNvPr>
          <p:cNvPicPr>
            <a:picLocks noChangeAspect="1"/>
          </p:cNvPicPr>
          <p:nvPr/>
        </p:nvPicPr>
        <p:blipFill>
          <a:blip r:embed="rId3"/>
          <a:stretch>
            <a:fillRect/>
          </a:stretch>
        </p:blipFill>
        <p:spPr>
          <a:xfrm>
            <a:off x="8869469" y="1853477"/>
            <a:ext cx="2241444" cy="2728922"/>
          </a:xfrm>
          <a:prstGeom prst="rect">
            <a:avLst/>
          </a:prstGeom>
          <a:ln w="6350">
            <a:solidFill>
              <a:schemeClr val="tx1"/>
            </a:solidFill>
          </a:ln>
        </p:spPr>
      </p:pic>
      <p:sp>
        <p:nvSpPr>
          <p:cNvPr id="12" name="テキスト ボックス 11">
            <a:extLst>
              <a:ext uri="{FF2B5EF4-FFF2-40B4-BE49-F238E27FC236}">
                <a16:creationId xmlns:a16="http://schemas.microsoft.com/office/drawing/2014/main" id="{29465E60-7186-5029-CC12-C2A50608ECF9}"/>
              </a:ext>
            </a:extLst>
          </p:cNvPr>
          <p:cNvSpPr txBox="1"/>
          <p:nvPr/>
        </p:nvSpPr>
        <p:spPr>
          <a:xfrm>
            <a:off x="461838" y="1059186"/>
            <a:ext cx="8459740" cy="3046988"/>
          </a:xfrm>
          <a:prstGeom prst="rect">
            <a:avLst/>
          </a:prstGeom>
          <a:noFill/>
        </p:spPr>
        <p:txBody>
          <a:bodyPr wrap="square" rtlCol="0">
            <a:spAutoFit/>
          </a:bodyPr>
          <a:lstStyle/>
          <a:p>
            <a:pPr marL="342900" indent="-342900">
              <a:buFont typeface="+mj-lt"/>
              <a:buAutoNum type="arabicPeriod"/>
            </a:pPr>
            <a:r>
              <a:rPr kumimoji="1" lang="ja-JP" altLang="en-US" sz="1600" dirty="0">
                <a:latin typeface="Meiryo UI" panose="020B0604030504040204" pitchFamily="50" charset="-128"/>
                <a:ea typeface="Meiryo UI" panose="020B0604030504040204" pitchFamily="50" charset="-128"/>
              </a:rPr>
              <a:t>タイガー魔法瓶からお知らせするトラストログインの</a:t>
            </a:r>
            <a:r>
              <a:rPr kumimoji="1" lang="en-US" altLang="ja-JP" sz="1600" dirty="0">
                <a:latin typeface="Meiryo UI" panose="020B0604030504040204" pitchFamily="50" charset="-128"/>
                <a:ea typeface="Meiryo UI" panose="020B0604030504040204" pitchFamily="50" charset="-128"/>
              </a:rPr>
              <a:t>URL</a:t>
            </a:r>
            <a:r>
              <a:rPr kumimoji="1" lang="ja-JP" altLang="en-US" sz="1600" dirty="0">
                <a:latin typeface="Meiryo UI" panose="020B0604030504040204" pitchFamily="50" charset="-128"/>
                <a:ea typeface="Meiryo UI" panose="020B0604030504040204" pitchFamily="50" charset="-128"/>
              </a:rPr>
              <a:t>とログイン情報でログインしてください。</a:t>
            </a: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p:txBody>
      </p:sp>
      <p:pic>
        <p:nvPicPr>
          <p:cNvPr id="8" name="図 7">
            <a:extLst>
              <a:ext uri="{FF2B5EF4-FFF2-40B4-BE49-F238E27FC236}">
                <a16:creationId xmlns:a16="http://schemas.microsoft.com/office/drawing/2014/main" id="{5EE59F9A-6BFE-D2F3-811B-8EB8A5CC3641}"/>
              </a:ext>
            </a:extLst>
          </p:cNvPr>
          <p:cNvPicPr>
            <a:picLocks noChangeAspect="1"/>
          </p:cNvPicPr>
          <p:nvPr/>
        </p:nvPicPr>
        <p:blipFill>
          <a:blip r:embed="rId4"/>
          <a:stretch>
            <a:fillRect/>
          </a:stretch>
        </p:blipFill>
        <p:spPr>
          <a:xfrm>
            <a:off x="256258" y="1753927"/>
            <a:ext cx="2547154" cy="1955132"/>
          </a:xfrm>
          <a:prstGeom prst="rect">
            <a:avLst/>
          </a:prstGeom>
          <a:ln w="6350">
            <a:solidFill>
              <a:schemeClr val="tx1"/>
            </a:solidFill>
          </a:ln>
        </p:spPr>
      </p:pic>
      <p:sp>
        <p:nvSpPr>
          <p:cNvPr id="3" name="正方形/長方形 2">
            <a:extLst>
              <a:ext uri="{FF2B5EF4-FFF2-40B4-BE49-F238E27FC236}">
                <a16:creationId xmlns:a16="http://schemas.microsoft.com/office/drawing/2014/main" id="{D7AB973A-0356-FEE8-2616-E1EB497CD249}"/>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ユーザーパスワードログイン</a:t>
            </a:r>
          </a:p>
        </p:txBody>
      </p:sp>
      <p:sp>
        <p:nvSpPr>
          <p:cNvPr id="4" name="正方形/長方形 3">
            <a:extLst>
              <a:ext uri="{FF2B5EF4-FFF2-40B4-BE49-F238E27FC236}">
                <a16:creationId xmlns:a16="http://schemas.microsoft.com/office/drawing/2014/main" id="{76E5373A-65F5-D835-DBB4-DB9C1BE0B201}"/>
              </a:ext>
            </a:extLst>
          </p:cNvPr>
          <p:cNvSpPr/>
          <p:nvPr/>
        </p:nvSpPr>
        <p:spPr>
          <a:xfrm>
            <a:off x="902923" y="2666965"/>
            <a:ext cx="1736751" cy="3886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317A88C1-8C08-C3A6-2F92-0FC89E94B972}"/>
              </a:ext>
            </a:extLst>
          </p:cNvPr>
          <p:cNvSpPr/>
          <p:nvPr/>
        </p:nvSpPr>
        <p:spPr>
          <a:xfrm>
            <a:off x="7193280" y="177165"/>
            <a:ext cx="2282793" cy="46286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6">
                    <a:lumMod val="50000"/>
                  </a:schemeClr>
                </a:solidFill>
                <a:latin typeface="Meiryo UI" panose="020B0604030504040204" pitchFamily="50" charset="-128"/>
                <a:ea typeface="Meiryo UI" panose="020B0604030504040204" pitchFamily="50" charset="-128"/>
              </a:rPr>
              <a:t>PC</a:t>
            </a:r>
            <a:r>
              <a:rPr kumimoji="1" lang="ja-JP" altLang="en-US" dirty="0">
                <a:solidFill>
                  <a:schemeClr val="accent6">
                    <a:lumMod val="50000"/>
                  </a:schemeClr>
                </a:solidFill>
                <a:latin typeface="Meiryo UI" panose="020B0604030504040204" pitchFamily="50" charset="-128"/>
                <a:ea typeface="Meiryo UI" panose="020B0604030504040204" pitchFamily="50" charset="-128"/>
              </a:rPr>
              <a:t>操作</a:t>
            </a:r>
          </a:p>
        </p:txBody>
      </p:sp>
      <p:sp>
        <p:nvSpPr>
          <p:cNvPr id="9" name="正方形/長方形 8">
            <a:extLst>
              <a:ext uri="{FF2B5EF4-FFF2-40B4-BE49-F238E27FC236}">
                <a16:creationId xmlns:a16="http://schemas.microsoft.com/office/drawing/2014/main" id="{C01E272E-9BA2-481D-9B0B-7D62B64FC4A8}"/>
              </a:ext>
            </a:extLst>
          </p:cNvPr>
          <p:cNvSpPr/>
          <p:nvPr/>
        </p:nvSpPr>
        <p:spPr>
          <a:xfrm>
            <a:off x="902923" y="3078406"/>
            <a:ext cx="1736752" cy="18195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9DC5FC77-23C7-ECFB-5202-26E47CA5AC38}"/>
              </a:ext>
            </a:extLst>
          </p:cNvPr>
          <p:cNvSpPr/>
          <p:nvPr/>
        </p:nvSpPr>
        <p:spPr>
          <a:xfrm>
            <a:off x="887304" y="3455785"/>
            <a:ext cx="1746160" cy="16467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6" name="図 15">
            <a:extLst>
              <a:ext uri="{FF2B5EF4-FFF2-40B4-BE49-F238E27FC236}">
                <a16:creationId xmlns:a16="http://schemas.microsoft.com/office/drawing/2014/main" id="{408E724F-4C4D-306A-B398-2FA9DADBD515}"/>
              </a:ext>
            </a:extLst>
          </p:cNvPr>
          <p:cNvPicPr>
            <a:picLocks noChangeAspect="1"/>
          </p:cNvPicPr>
          <p:nvPr/>
        </p:nvPicPr>
        <p:blipFill>
          <a:blip r:embed="rId5"/>
          <a:stretch>
            <a:fillRect/>
          </a:stretch>
        </p:blipFill>
        <p:spPr>
          <a:xfrm>
            <a:off x="3836575" y="1673928"/>
            <a:ext cx="2476015" cy="3088019"/>
          </a:xfrm>
          <a:prstGeom prst="rect">
            <a:avLst/>
          </a:prstGeom>
          <a:ln w="6350">
            <a:solidFill>
              <a:schemeClr val="tx1"/>
            </a:solidFill>
          </a:ln>
        </p:spPr>
      </p:pic>
      <p:sp>
        <p:nvSpPr>
          <p:cNvPr id="17" name="正方形/長方形 16">
            <a:extLst>
              <a:ext uri="{FF2B5EF4-FFF2-40B4-BE49-F238E27FC236}">
                <a16:creationId xmlns:a16="http://schemas.microsoft.com/office/drawing/2014/main" id="{2C00E511-1CF6-47A0-C8B3-2025D59D0C83}"/>
              </a:ext>
            </a:extLst>
          </p:cNvPr>
          <p:cNvSpPr/>
          <p:nvPr/>
        </p:nvSpPr>
        <p:spPr>
          <a:xfrm>
            <a:off x="4498311" y="2739237"/>
            <a:ext cx="1375659" cy="7752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1BCD829-58F0-1FDE-09D0-AD2DF7F2A3A3}"/>
              </a:ext>
            </a:extLst>
          </p:cNvPr>
          <p:cNvSpPr/>
          <p:nvPr/>
        </p:nvSpPr>
        <p:spPr>
          <a:xfrm>
            <a:off x="4195532" y="1673928"/>
            <a:ext cx="1273936" cy="25374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矢印コネクタ 25">
            <a:extLst>
              <a:ext uri="{FF2B5EF4-FFF2-40B4-BE49-F238E27FC236}">
                <a16:creationId xmlns:a16="http://schemas.microsoft.com/office/drawing/2014/main" id="{B8074509-2430-0E4E-A11D-6AA3B20591F5}"/>
              </a:ext>
            </a:extLst>
          </p:cNvPr>
          <p:cNvCxnSpPr>
            <a:cxnSpLocks/>
            <a:stCxn id="13" idx="3"/>
            <a:endCxn id="21" idx="1"/>
          </p:cNvCxnSpPr>
          <p:nvPr/>
        </p:nvCxnSpPr>
        <p:spPr>
          <a:xfrm flipV="1">
            <a:off x="2633464" y="1800799"/>
            <a:ext cx="1562068" cy="1737322"/>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F8825DB3-0201-4811-55B8-12CCD313AF46}"/>
              </a:ext>
            </a:extLst>
          </p:cNvPr>
          <p:cNvCxnSpPr>
            <a:cxnSpLocks/>
            <a:stCxn id="4" idx="3"/>
          </p:cNvCxnSpPr>
          <p:nvPr/>
        </p:nvCxnSpPr>
        <p:spPr>
          <a:xfrm>
            <a:off x="2639674" y="2861277"/>
            <a:ext cx="1800931" cy="194312"/>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12311FB3-B464-A98D-BEE9-CC3D6CA233BD}"/>
              </a:ext>
            </a:extLst>
          </p:cNvPr>
          <p:cNvSpPr/>
          <p:nvPr/>
        </p:nvSpPr>
        <p:spPr>
          <a:xfrm>
            <a:off x="9208724" y="3438851"/>
            <a:ext cx="1559085" cy="3883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0" name="直線矢印コネクタ 39">
            <a:extLst>
              <a:ext uri="{FF2B5EF4-FFF2-40B4-BE49-F238E27FC236}">
                <a16:creationId xmlns:a16="http://schemas.microsoft.com/office/drawing/2014/main" id="{32B3623C-5240-91B8-1C4E-109985DC5C3B}"/>
              </a:ext>
            </a:extLst>
          </p:cNvPr>
          <p:cNvCxnSpPr>
            <a:cxnSpLocks/>
            <a:stCxn id="9" idx="3"/>
          </p:cNvCxnSpPr>
          <p:nvPr/>
        </p:nvCxnSpPr>
        <p:spPr>
          <a:xfrm>
            <a:off x="2639675" y="3169383"/>
            <a:ext cx="6344072" cy="117762"/>
          </a:xfrm>
          <a:prstGeom prst="straightConnector1">
            <a:avLst/>
          </a:prstGeom>
          <a:ln w="254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4" name="矢印: 右 43">
            <a:extLst>
              <a:ext uri="{FF2B5EF4-FFF2-40B4-BE49-F238E27FC236}">
                <a16:creationId xmlns:a16="http://schemas.microsoft.com/office/drawing/2014/main" id="{F209051D-4C47-4199-2FF6-2CFD98ADE391}"/>
              </a:ext>
            </a:extLst>
          </p:cNvPr>
          <p:cNvSpPr/>
          <p:nvPr/>
        </p:nvSpPr>
        <p:spPr>
          <a:xfrm rot="1714092">
            <a:off x="6325051" y="3655716"/>
            <a:ext cx="1162873" cy="25184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a:extLst>
              <a:ext uri="{FF2B5EF4-FFF2-40B4-BE49-F238E27FC236}">
                <a16:creationId xmlns:a16="http://schemas.microsoft.com/office/drawing/2014/main" id="{FD34EF9C-0AF9-25C7-7AD8-2D8C612365B1}"/>
              </a:ext>
            </a:extLst>
          </p:cNvPr>
          <p:cNvPicPr>
            <a:picLocks noChangeAspect="1"/>
          </p:cNvPicPr>
          <p:nvPr/>
        </p:nvPicPr>
        <p:blipFill>
          <a:blip r:embed="rId6"/>
          <a:stretch>
            <a:fillRect/>
          </a:stretch>
        </p:blipFill>
        <p:spPr>
          <a:xfrm>
            <a:off x="5397528" y="4284144"/>
            <a:ext cx="4505009" cy="2508752"/>
          </a:xfrm>
          <a:prstGeom prst="rect">
            <a:avLst/>
          </a:prstGeom>
        </p:spPr>
      </p:pic>
      <p:sp>
        <p:nvSpPr>
          <p:cNvPr id="19" name="矢印: 右 18">
            <a:extLst>
              <a:ext uri="{FF2B5EF4-FFF2-40B4-BE49-F238E27FC236}">
                <a16:creationId xmlns:a16="http://schemas.microsoft.com/office/drawing/2014/main" id="{7F24919E-1161-6AB7-55E7-919DF820CF89}"/>
              </a:ext>
            </a:extLst>
          </p:cNvPr>
          <p:cNvSpPr/>
          <p:nvPr/>
        </p:nvSpPr>
        <p:spPr>
          <a:xfrm rot="19873108">
            <a:off x="7671726" y="3686055"/>
            <a:ext cx="1162873" cy="25184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吹き出し: 角を丸めた四角形 22">
            <a:extLst>
              <a:ext uri="{FF2B5EF4-FFF2-40B4-BE49-F238E27FC236}">
                <a16:creationId xmlns:a16="http://schemas.microsoft.com/office/drawing/2014/main" id="{9D9B2821-F915-4658-9001-98EFD54E9E8B}"/>
              </a:ext>
            </a:extLst>
          </p:cNvPr>
          <p:cNvSpPr/>
          <p:nvPr/>
        </p:nvSpPr>
        <p:spPr>
          <a:xfrm>
            <a:off x="2358189" y="5130801"/>
            <a:ext cx="2958877" cy="603822"/>
          </a:xfrm>
          <a:prstGeom prst="wedgeRoundRectCallout">
            <a:avLst>
              <a:gd name="adj1" fmla="val 60417"/>
              <a:gd name="adj2" fmla="val -3961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latin typeface="Meiryo UI" panose="020B0604030504040204" pitchFamily="50" charset="-128"/>
                <a:ea typeface="Meiryo UI" panose="020B0604030504040204" pitchFamily="50" charset="-128"/>
              </a:rPr>
              <a:t>5</a:t>
            </a:r>
            <a:r>
              <a:rPr kumimoji="1" lang="ja-JP" altLang="en-US" dirty="0">
                <a:latin typeface="Meiryo UI" panose="020B0604030504040204" pitchFamily="50" charset="-128"/>
                <a:ea typeface="Meiryo UI" panose="020B0604030504040204" pitchFamily="50" charset="-128"/>
              </a:rPr>
              <a:t>ページでインストールした</a:t>
            </a:r>
            <a:endParaRPr kumimoji="1" lang="en-US" altLang="ja-JP" dirty="0">
              <a:latin typeface="Meiryo UI" panose="020B0604030504040204" pitchFamily="50" charset="-128"/>
              <a:ea typeface="Meiryo UI" panose="020B0604030504040204" pitchFamily="50" charset="-128"/>
            </a:endParaRPr>
          </a:p>
          <a:p>
            <a:pPr algn="ctr"/>
            <a:r>
              <a:rPr kumimoji="1" lang="ja-JP" altLang="en-US" sz="2400" b="1" dirty="0">
                <a:latin typeface="Meiryo UI" panose="020B0604030504040204" pitchFamily="50" charset="-128"/>
                <a:ea typeface="Meiryo UI" panose="020B0604030504040204" pitchFamily="50" charset="-128"/>
              </a:rPr>
              <a:t>証明書</a:t>
            </a:r>
            <a:r>
              <a:rPr kumimoji="1" lang="ja-JP" altLang="en-US" dirty="0">
                <a:latin typeface="Meiryo UI" panose="020B0604030504040204" pitchFamily="50" charset="-128"/>
                <a:ea typeface="Meiryo UI" panose="020B0604030504040204" pitchFamily="50" charset="-128"/>
              </a:rPr>
              <a:t>を選択する</a:t>
            </a:r>
          </a:p>
        </p:txBody>
      </p:sp>
    </p:spTree>
    <p:extLst>
      <p:ext uri="{BB962C8B-B14F-4D97-AF65-F5344CB8AC3E}">
        <p14:creationId xmlns:p14="http://schemas.microsoft.com/office/powerpoint/2010/main" val="1516892457"/>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D7AB973A-0356-FEE8-2616-E1EB497CD249}"/>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ワンタイムパスワード設定（</a:t>
            </a:r>
            <a:r>
              <a:rPr kumimoji="1" lang="en-US" altLang="ja-JP" sz="2400" b="1" dirty="0">
                <a:solidFill>
                  <a:schemeClr val="tx1">
                    <a:lumMod val="95000"/>
                    <a:lumOff val="5000"/>
                  </a:schemeClr>
                </a:solidFill>
                <a:latin typeface="Meiryo UI" panose="020B0604030504040204" pitchFamily="50" charset="-128"/>
                <a:ea typeface="Meiryo UI" panose="020B0604030504040204" pitchFamily="50" charset="-128"/>
              </a:rPr>
              <a:t>1/2</a:t>
            </a:r>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a:t>
            </a:r>
          </a:p>
        </p:txBody>
      </p:sp>
      <p:sp>
        <p:nvSpPr>
          <p:cNvPr id="12" name="テキスト ボックス 11">
            <a:extLst>
              <a:ext uri="{FF2B5EF4-FFF2-40B4-BE49-F238E27FC236}">
                <a16:creationId xmlns:a16="http://schemas.microsoft.com/office/drawing/2014/main" id="{29465E60-7186-5029-CC12-C2A50608ECF9}"/>
              </a:ext>
            </a:extLst>
          </p:cNvPr>
          <p:cNvSpPr txBox="1"/>
          <p:nvPr/>
        </p:nvSpPr>
        <p:spPr>
          <a:xfrm>
            <a:off x="1945267" y="1064161"/>
            <a:ext cx="8459740" cy="584775"/>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ワンタイムパスワードの設定画面に移動します。</a:t>
            </a:r>
            <a:br>
              <a:rPr kumimoji="1" lang="en-US" altLang="ja-JP" sz="1600" dirty="0">
                <a:latin typeface="Meiryo UI" panose="020B0604030504040204" pitchFamily="50" charset="-128"/>
                <a:ea typeface="Meiryo UI" panose="020B0604030504040204" pitchFamily="50" charset="-128"/>
              </a:rPr>
            </a:br>
            <a:r>
              <a:rPr kumimoji="1" lang="en-US" altLang="ja-JP" sz="16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次頁のスマートフォンのアプリでワンタイムパスワードを設定してください。</a:t>
            </a:r>
            <a:endParaRPr kumimoji="1" lang="en-US" altLang="ja-JP" sz="1600" dirty="0">
              <a:latin typeface="Meiryo UI" panose="020B0604030504040204" pitchFamily="50" charset="-128"/>
              <a:ea typeface="Meiryo UI" panose="020B0604030504040204" pitchFamily="50" charset="-128"/>
            </a:endParaRPr>
          </a:p>
        </p:txBody>
      </p:sp>
      <p:pic>
        <p:nvPicPr>
          <p:cNvPr id="6" name="Picture 2">
            <a:extLst>
              <a:ext uri="{FF2B5EF4-FFF2-40B4-BE49-F238E27FC236}">
                <a16:creationId xmlns:a16="http://schemas.microsoft.com/office/drawing/2014/main" id="{4B2C0894-70CC-09E6-0858-CEC8E24515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932" y="2009706"/>
            <a:ext cx="2599352" cy="414056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A70D9E5E-0FB7-4E4C-0818-031774AB3810}"/>
              </a:ext>
            </a:extLst>
          </p:cNvPr>
          <p:cNvSpPr/>
          <p:nvPr/>
        </p:nvSpPr>
        <p:spPr>
          <a:xfrm>
            <a:off x="1811558" y="4079987"/>
            <a:ext cx="760102" cy="5585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6102D20-1692-6720-9DEE-E0803C842756}"/>
              </a:ext>
            </a:extLst>
          </p:cNvPr>
          <p:cNvSpPr txBox="1"/>
          <p:nvPr/>
        </p:nvSpPr>
        <p:spPr>
          <a:xfrm>
            <a:off x="1138276" y="1682678"/>
            <a:ext cx="2106667" cy="261610"/>
          </a:xfrm>
          <a:prstGeom prst="rect">
            <a:avLst/>
          </a:prstGeom>
          <a:noFill/>
        </p:spPr>
        <p:txBody>
          <a:bodyPr wrap="none" rtlCol="0">
            <a:spAutoFit/>
          </a:bodyPr>
          <a:lstStyle/>
          <a:p>
            <a:r>
              <a:rPr kumimoji="1" lang="ja-JP" altLang="en-US" sz="1100" dirty="0">
                <a:latin typeface="Meiryo UI" panose="020B0604030504040204" pitchFamily="50" charset="-128"/>
                <a:ea typeface="Meiryo UI" panose="020B0604030504040204" pitchFamily="50" charset="-128"/>
              </a:rPr>
              <a:t>＜ワンタイムパスワード設定画面＞</a:t>
            </a:r>
          </a:p>
        </p:txBody>
      </p:sp>
      <p:sp>
        <p:nvSpPr>
          <p:cNvPr id="2" name="四角形: 角を丸くする 1">
            <a:extLst>
              <a:ext uri="{FF2B5EF4-FFF2-40B4-BE49-F238E27FC236}">
                <a16:creationId xmlns:a16="http://schemas.microsoft.com/office/drawing/2014/main" id="{688A8A0C-3602-AE43-F8CA-75D8794B2621}"/>
              </a:ext>
            </a:extLst>
          </p:cNvPr>
          <p:cNvSpPr/>
          <p:nvPr/>
        </p:nvSpPr>
        <p:spPr>
          <a:xfrm>
            <a:off x="7193280" y="177165"/>
            <a:ext cx="2282793" cy="46286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6">
                    <a:lumMod val="50000"/>
                  </a:schemeClr>
                </a:solidFill>
                <a:latin typeface="Meiryo UI" panose="020B0604030504040204" pitchFamily="50" charset="-128"/>
                <a:ea typeface="Meiryo UI" panose="020B0604030504040204" pitchFamily="50" charset="-128"/>
              </a:rPr>
              <a:t>PC</a:t>
            </a:r>
            <a:r>
              <a:rPr kumimoji="1" lang="ja-JP" altLang="en-US" dirty="0">
                <a:solidFill>
                  <a:schemeClr val="accent6">
                    <a:lumMod val="50000"/>
                  </a:schemeClr>
                </a:solidFill>
                <a:latin typeface="Meiryo UI" panose="020B0604030504040204" pitchFamily="50" charset="-128"/>
                <a:ea typeface="Meiryo UI" panose="020B0604030504040204" pitchFamily="50" charset="-128"/>
              </a:rPr>
              <a:t>操作</a:t>
            </a:r>
          </a:p>
        </p:txBody>
      </p:sp>
      <p:pic>
        <p:nvPicPr>
          <p:cNvPr id="5" name="図 4">
            <a:extLst>
              <a:ext uri="{FF2B5EF4-FFF2-40B4-BE49-F238E27FC236}">
                <a16:creationId xmlns:a16="http://schemas.microsoft.com/office/drawing/2014/main" id="{05FB3F89-0ED6-6B1F-FC4F-16E252BD3719}"/>
              </a:ext>
            </a:extLst>
          </p:cNvPr>
          <p:cNvPicPr>
            <a:picLocks noChangeAspect="1"/>
          </p:cNvPicPr>
          <p:nvPr/>
        </p:nvPicPr>
        <p:blipFill>
          <a:blip r:embed="rId4"/>
          <a:srcRect t="5432"/>
          <a:stretch/>
        </p:blipFill>
        <p:spPr>
          <a:xfrm>
            <a:off x="4548908" y="2768600"/>
            <a:ext cx="6418349" cy="2782583"/>
          </a:xfrm>
          <a:prstGeom prst="rect">
            <a:avLst/>
          </a:prstGeom>
        </p:spPr>
      </p:pic>
    </p:spTree>
    <p:extLst>
      <p:ext uri="{BB962C8B-B14F-4D97-AF65-F5344CB8AC3E}">
        <p14:creationId xmlns:p14="http://schemas.microsoft.com/office/powerpoint/2010/main" val="1639703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図 17">
            <a:extLst>
              <a:ext uri="{FF2B5EF4-FFF2-40B4-BE49-F238E27FC236}">
                <a16:creationId xmlns:a16="http://schemas.microsoft.com/office/drawing/2014/main" id="{61EDF1EA-7E4A-B3CB-13BD-8EDE99151BB7}"/>
              </a:ext>
            </a:extLst>
          </p:cNvPr>
          <p:cNvPicPr>
            <a:picLocks noChangeAspect="1"/>
          </p:cNvPicPr>
          <p:nvPr/>
        </p:nvPicPr>
        <p:blipFill>
          <a:blip r:embed="rId2"/>
          <a:stretch>
            <a:fillRect/>
          </a:stretch>
        </p:blipFill>
        <p:spPr>
          <a:xfrm>
            <a:off x="1878763" y="4885974"/>
            <a:ext cx="3095667" cy="1758739"/>
          </a:xfrm>
          <a:prstGeom prst="rect">
            <a:avLst/>
          </a:prstGeom>
        </p:spPr>
      </p:pic>
      <p:pic>
        <p:nvPicPr>
          <p:cNvPr id="6" name="図 5">
            <a:extLst>
              <a:ext uri="{FF2B5EF4-FFF2-40B4-BE49-F238E27FC236}">
                <a16:creationId xmlns:a16="http://schemas.microsoft.com/office/drawing/2014/main" id="{78194851-433B-27A0-999C-14CA8B5D7870}"/>
              </a:ext>
            </a:extLst>
          </p:cNvPr>
          <p:cNvPicPr>
            <a:picLocks noChangeAspect="1"/>
          </p:cNvPicPr>
          <p:nvPr/>
        </p:nvPicPr>
        <p:blipFill>
          <a:blip r:embed="rId3"/>
          <a:stretch>
            <a:fillRect/>
          </a:stretch>
        </p:blipFill>
        <p:spPr>
          <a:xfrm>
            <a:off x="694255" y="940014"/>
            <a:ext cx="2760673" cy="4003890"/>
          </a:xfrm>
          <a:prstGeom prst="rect">
            <a:avLst/>
          </a:prstGeom>
        </p:spPr>
      </p:pic>
      <p:sp>
        <p:nvSpPr>
          <p:cNvPr id="3" name="正方形/長方形 2">
            <a:extLst>
              <a:ext uri="{FF2B5EF4-FFF2-40B4-BE49-F238E27FC236}">
                <a16:creationId xmlns:a16="http://schemas.microsoft.com/office/drawing/2014/main" id="{D7AB973A-0356-FEE8-2616-E1EB497CD249}"/>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ワンタイムパスワードの設定</a:t>
            </a:r>
            <a:r>
              <a:rPr kumimoji="1" lang="en-US" altLang="ja-JP" sz="2400" b="1" dirty="0">
                <a:solidFill>
                  <a:schemeClr val="tx1">
                    <a:lumMod val="95000"/>
                    <a:lumOff val="5000"/>
                  </a:schemeClr>
                </a:solidFill>
                <a:latin typeface="Meiryo UI" panose="020B0604030504040204" pitchFamily="50" charset="-128"/>
                <a:ea typeface="Meiryo UI" panose="020B0604030504040204" pitchFamily="50" charset="-128"/>
              </a:rPr>
              <a:t>(2/2)</a:t>
            </a:r>
            <a:endPar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29465E60-7186-5029-CC12-C2A50608ECF9}"/>
              </a:ext>
            </a:extLst>
          </p:cNvPr>
          <p:cNvSpPr txBox="1"/>
          <p:nvPr/>
        </p:nvSpPr>
        <p:spPr>
          <a:xfrm>
            <a:off x="3426596" y="852381"/>
            <a:ext cx="8459740" cy="3816429"/>
          </a:xfrm>
          <a:prstGeom prst="rect">
            <a:avLst/>
          </a:prstGeom>
          <a:noFill/>
        </p:spPr>
        <p:txBody>
          <a:bodyPr wrap="square" rtlCol="0">
            <a:spAutoFit/>
          </a:bodyPr>
          <a:lstStyle/>
          <a:p>
            <a:pPr marL="342900" indent="-342900">
              <a:buFont typeface="+mj-lt"/>
              <a:buAutoNum type="arabicPeriod"/>
            </a:pPr>
            <a:r>
              <a:rPr kumimoji="1" lang="ja-JP" altLang="en-US" sz="1600" dirty="0">
                <a:latin typeface="Meiryo UI" panose="020B0604030504040204" pitchFamily="50" charset="-128"/>
                <a:ea typeface="Meiryo UI" panose="020B0604030504040204" pitchFamily="50" charset="-128"/>
              </a:rPr>
              <a:t>「</a:t>
            </a:r>
            <a:r>
              <a:rPr kumimoji="1" lang="en-US" altLang="ja-JP" sz="1800" kern="1200" dirty="0">
                <a:effectLst/>
                <a:latin typeface="Meiryo UI" panose="020B0604030504040204" pitchFamily="50" charset="-128"/>
                <a:ea typeface="Meiryo UI" panose="020B0604030504040204" pitchFamily="50" charset="-128"/>
                <a:cs typeface="+mn-cs"/>
              </a:rPr>
              <a:t> </a:t>
            </a:r>
            <a:r>
              <a:rPr kumimoji="1" lang="en-US" altLang="ja-JP" sz="1600" kern="1200" dirty="0" err="1">
                <a:effectLst/>
                <a:latin typeface="Meiryo UI" panose="020B0604030504040204" pitchFamily="50" charset="-128"/>
                <a:ea typeface="Meiryo UI" panose="020B0604030504040204" pitchFamily="50" charset="-128"/>
                <a:cs typeface="+mn-cs"/>
              </a:rPr>
              <a:t>MicrosoftAuthenticator</a:t>
            </a:r>
            <a:r>
              <a:rPr kumimoji="1" lang="en-US" altLang="ja-JP" sz="1600" dirty="0">
                <a:latin typeface="Meiryo UI" panose="020B0604030504040204" pitchFamily="50" charset="-128"/>
                <a:ea typeface="Meiryo UI" panose="020B0604030504040204" pitchFamily="50" charset="-128"/>
              </a:rPr>
              <a:t> </a:t>
            </a:r>
            <a:r>
              <a:rPr kumimoji="1" lang="ja-JP" altLang="en-US" sz="1600" dirty="0">
                <a:latin typeface="Meiryo UI" panose="020B0604030504040204" pitchFamily="50" charset="-128"/>
                <a:ea typeface="Meiryo UI" panose="020B0604030504040204" pitchFamily="50" charset="-128"/>
              </a:rPr>
              <a:t>」の「</a:t>
            </a:r>
            <a:r>
              <a:rPr kumimoji="1" lang="en-US" altLang="ja-JP" sz="1600" dirty="0">
                <a:latin typeface="Meiryo UI" panose="020B0604030504040204" pitchFamily="50" charset="-128"/>
                <a:ea typeface="Meiryo UI" panose="020B0604030504040204" pitchFamily="50" charset="-128"/>
              </a:rPr>
              <a:t>QR</a:t>
            </a:r>
            <a:r>
              <a:rPr kumimoji="1" lang="ja-JP" altLang="en-US" sz="1600" dirty="0">
                <a:latin typeface="Meiryo UI" panose="020B0604030504040204" pitchFamily="50" charset="-128"/>
                <a:ea typeface="Meiryo UI" panose="020B0604030504040204" pitchFamily="50" charset="-128"/>
              </a:rPr>
              <a:t>コードマーク」で</a:t>
            </a:r>
            <a:r>
              <a:rPr kumimoji="1" lang="en-US" altLang="ja-JP" sz="1600" dirty="0">
                <a:latin typeface="Meiryo UI" panose="020B0604030504040204" pitchFamily="50" charset="-128"/>
                <a:ea typeface="Meiryo UI" panose="020B0604030504040204" pitchFamily="50" charset="-128"/>
              </a:rPr>
              <a:t>QR</a:t>
            </a:r>
            <a:r>
              <a:rPr kumimoji="1" lang="ja-JP" altLang="en-US" sz="1600" dirty="0">
                <a:latin typeface="Meiryo UI" panose="020B0604030504040204" pitchFamily="50" charset="-128"/>
                <a:ea typeface="Meiryo UI" panose="020B0604030504040204" pitchFamily="50" charset="-128"/>
              </a:rPr>
              <a:t>コードを読み取ります。</a:t>
            </a: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2"/>
            </a:pPr>
            <a:r>
              <a:rPr kumimoji="1" lang="ja-JP" altLang="en-US" sz="1600" dirty="0">
                <a:latin typeface="Meiryo UI" panose="020B0604030504040204" pitchFamily="50" charset="-128"/>
                <a:ea typeface="Meiryo UI" panose="020B0604030504040204" pitchFamily="50" charset="-128"/>
              </a:rPr>
              <a:t>読み取りが完了すると下記のように</a:t>
            </a:r>
            <a:r>
              <a:rPr kumimoji="1" lang="en-US" altLang="ja-JP" sz="1600" dirty="0">
                <a:latin typeface="Meiryo UI" panose="020B0604030504040204" pitchFamily="50" charset="-128"/>
                <a:ea typeface="Meiryo UI" panose="020B0604030504040204" pitchFamily="50" charset="-128"/>
              </a:rPr>
              <a:t>6</a:t>
            </a:r>
            <a:r>
              <a:rPr kumimoji="1" lang="ja-JP" altLang="en-US" sz="1600" dirty="0">
                <a:latin typeface="Meiryo UI" panose="020B0604030504040204" pitchFamily="50" charset="-128"/>
                <a:ea typeface="Meiryo UI" panose="020B0604030504040204" pitchFamily="50" charset="-128"/>
              </a:rPr>
              <a:t>桁の数字の確認コードが表示されますので</a:t>
            </a:r>
            <a:br>
              <a:rPr kumimoji="1" lang="en-US" altLang="ja-JP" sz="1600" dirty="0">
                <a:latin typeface="Meiryo UI" panose="020B0604030504040204" pitchFamily="50" charset="-128"/>
                <a:ea typeface="Meiryo UI" panose="020B0604030504040204" pitchFamily="50" charset="-128"/>
              </a:rPr>
            </a:br>
            <a:r>
              <a:rPr kumimoji="1" lang="ja-JP" altLang="en-US" sz="1600" dirty="0">
                <a:latin typeface="Meiryo UI" panose="020B0604030504040204" pitchFamily="50" charset="-128"/>
                <a:ea typeface="Meiryo UI" panose="020B0604030504040204" pitchFamily="50" charset="-128"/>
              </a:rPr>
              <a:t>コードを入力し「認証」ボタンを押しますとログインされ、マイページに移動します。</a:t>
            </a:r>
          </a:p>
        </p:txBody>
      </p:sp>
      <p:pic>
        <p:nvPicPr>
          <p:cNvPr id="3074" name="Picture 2">
            <a:extLst>
              <a:ext uri="{FF2B5EF4-FFF2-40B4-BE49-F238E27FC236}">
                <a16:creationId xmlns:a16="http://schemas.microsoft.com/office/drawing/2014/main" id="{241C3DCE-5DB9-DD63-E63D-D435FE7A4E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1261"/>
          <a:stretch/>
        </p:blipFill>
        <p:spPr bwMode="auto">
          <a:xfrm>
            <a:off x="5785661" y="1385660"/>
            <a:ext cx="2372599" cy="259790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6592D7CC-C211-C487-C3B5-38622D04AA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7497" y="4621973"/>
            <a:ext cx="2307630" cy="221123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8" name="正方形/長方形 7">
            <a:extLst>
              <a:ext uri="{FF2B5EF4-FFF2-40B4-BE49-F238E27FC236}">
                <a16:creationId xmlns:a16="http://schemas.microsoft.com/office/drawing/2014/main" id="{F9618BE3-BB1F-CAA7-F567-74BF34CE2CAB}"/>
              </a:ext>
            </a:extLst>
          </p:cNvPr>
          <p:cNvSpPr/>
          <p:nvPr/>
        </p:nvSpPr>
        <p:spPr>
          <a:xfrm>
            <a:off x="2667000" y="3776133"/>
            <a:ext cx="567267" cy="49953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コネクタ: カギ線 10">
            <a:extLst>
              <a:ext uri="{FF2B5EF4-FFF2-40B4-BE49-F238E27FC236}">
                <a16:creationId xmlns:a16="http://schemas.microsoft.com/office/drawing/2014/main" id="{B677F4B0-93AB-B476-E894-9658FB8A7D8E}"/>
              </a:ext>
            </a:extLst>
          </p:cNvPr>
          <p:cNvCxnSpPr>
            <a:cxnSpLocks/>
          </p:cNvCxnSpPr>
          <p:nvPr/>
        </p:nvCxnSpPr>
        <p:spPr>
          <a:xfrm flipV="1">
            <a:off x="3245649" y="3556000"/>
            <a:ext cx="3248284" cy="445867"/>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D65273F-9181-82A8-71D9-FDF954A40813}"/>
              </a:ext>
            </a:extLst>
          </p:cNvPr>
          <p:cNvSpPr/>
          <p:nvPr/>
        </p:nvSpPr>
        <p:spPr>
          <a:xfrm>
            <a:off x="6724472" y="3239361"/>
            <a:ext cx="566227" cy="536772"/>
          </a:xfrm>
          <a:prstGeom prst="rect">
            <a:avLst/>
          </a:prstGeom>
          <a:noFill/>
          <a:ln w="28575">
            <a:solidFill>
              <a:srgbClr val="FF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CF7B4097-F913-FD1A-2A7A-19B21340C8E5}"/>
              </a:ext>
            </a:extLst>
          </p:cNvPr>
          <p:cNvSpPr/>
          <p:nvPr/>
        </p:nvSpPr>
        <p:spPr>
          <a:xfrm>
            <a:off x="2136801" y="5687563"/>
            <a:ext cx="1512332" cy="3957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72" name="正方形/長方形 3071">
            <a:extLst>
              <a:ext uri="{FF2B5EF4-FFF2-40B4-BE49-F238E27FC236}">
                <a16:creationId xmlns:a16="http://schemas.microsoft.com/office/drawing/2014/main" id="{9203D339-0019-A772-D07F-B8E0DA0CD304}"/>
              </a:ext>
            </a:extLst>
          </p:cNvPr>
          <p:cNvSpPr/>
          <p:nvPr/>
        </p:nvSpPr>
        <p:spPr>
          <a:xfrm>
            <a:off x="6874932" y="5918200"/>
            <a:ext cx="1526627" cy="1651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73" name="コネクタ: カギ線 3072">
            <a:extLst>
              <a:ext uri="{FF2B5EF4-FFF2-40B4-BE49-F238E27FC236}">
                <a16:creationId xmlns:a16="http://schemas.microsoft.com/office/drawing/2014/main" id="{1295B2A6-2EE5-39CA-94E3-BB66A6444D26}"/>
              </a:ext>
            </a:extLst>
          </p:cNvPr>
          <p:cNvCxnSpPr>
            <a:cxnSpLocks/>
          </p:cNvCxnSpPr>
          <p:nvPr/>
        </p:nvCxnSpPr>
        <p:spPr>
          <a:xfrm>
            <a:off x="3776133" y="5837267"/>
            <a:ext cx="2861734" cy="246052"/>
          </a:xfrm>
          <a:prstGeom prst="bentConnector3">
            <a:avLst>
              <a:gd name="adj1" fmla="val 5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1326C108-AC0A-2100-C38E-E18A8BBC3BE6}"/>
              </a:ext>
            </a:extLst>
          </p:cNvPr>
          <p:cNvSpPr/>
          <p:nvPr/>
        </p:nvSpPr>
        <p:spPr>
          <a:xfrm>
            <a:off x="7193280" y="177165"/>
            <a:ext cx="2282793" cy="462868"/>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FF0000"/>
                </a:solidFill>
                <a:latin typeface="Meiryo UI" panose="020B0604030504040204" pitchFamily="50" charset="-128"/>
                <a:ea typeface="Meiryo UI" panose="020B0604030504040204" pitchFamily="50" charset="-128"/>
              </a:rPr>
              <a:t>スマートフォン操作</a:t>
            </a:r>
          </a:p>
        </p:txBody>
      </p:sp>
      <p:sp>
        <p:nvSpPr>
          <p:cNvPr id="25" name="正方形/長方形 24">
            <a:extLst>
              <a:ext uri="{FF2B5EF4-FFF2-40B4-BE49-F238E27FC236}">
                <a16:creationId xmlns:a16="http://schemas.microsoft.com/office/drawing/2014/main" id="{086C8D7E-8408-52C4-1373-766745FF3DB0}"/>
              </a:ext>
            </a:extLst>
          </p:cNvPr>
          <p:cNvSpPr/>
          <p:nvPr/>
        </p:nvSpPr>
        <p:spPr>
          <a:xfrm>
            <a:off x="1227667" y="1447800"/>
            <a:ext cx="483344" cy="177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95582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D7AB973A-0356-FEE8-2616-E1EB497CD249}"/>
              </a:ext>
            </a:extLst>
          </p:cNvPr>
          <p:cNvSpPr/>
          <p:nvPr/>
        </p:nvSpPr>
        <p:spPr>
          <a:xfrm>
            <a:off x="1220357"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拡張機能（アドオン）のインストール（</a:t>
            </a:r>
            <a:r>
              <a:rPr kumimoji="1" lang="en-US" altLang="ja-JP" sz="2400" b="1" dirty="0">
                <a:solidFill>
                  <a:schemeClr val="tx1">
                    <a:lumMod val="95000"/>
                    <a:lumOff val="5000"/>
                  </a:schemeClr>
                </a:solidFill>
                <a:latin typeface="Meiryo UI" panose="020B0604030504040204" pitchFamily="50" charset="-128"/>
                <a:ea typeface="Meiryo UI" panose="020B0604030504040204" pitchFamily="50" charset="-128"/>
              </a:rPr>
              <a:t>1/2</a:t>
            </a:r>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a:t>
            </a:r>
          </a:p>
        </p:txBody>
      </p:sp>
      <p:sp>
        <p:nvSpPr>
          <p:cNvPr id="12" name="テキスト ボックス 11">
            <a:extLst>
              <a:ext uri="{FF2B5EF4-FFF2-40B4-BE49-F238E27FC236}">
                <a16:creationId xmlns:a16="http://schemas.microsoft.com/office/drawing/2014/main" id="{29465E60-7186-5029-CC12-C2A50608ECF9}"/>
              </a:ext>
            </a:extLst>
          </p:cNvPr>
          <p:cNvSpPr txBox="1"/>
          <p:nvPr/>
        </p:nvSpPr>
        <p:spPr>
          <a:xfrm>
            <a:off x="1936955" y="1153592"/>
            <a:ext cx="8459740" cy="3785652"/>
          </a:xfrm>
          <a:prstGeom prst="rect">
            <a:avLst/>
          </a:prstGeom>
          <a:noFill/>
        </p:spPr>
        <p:txBody>
          <a:bodyPr wrap="square" rtlCol="0">
            <a:spAutoFit/>
          </a:bodyPr>
          <a:lstStyle/>
          <a:p>
            <a:pPr marL="342900" indent="-342900">
              <a:buFont typeface="+mj-lt"/>
              <a:buAutoNum type="arabicPeriod"/>
            </a:pPr>
            <a:r>
              <a:rPr kumimoji="1" lang="ja-JP" altLang="en-US" sz="1600" dirty="0">
                <a:latin typeface="Meiryo UI" panose="020B0604030504040204" pitchFamily="50" charset="-128"/>
                <a:ea typeface="Meiryo UI" panose="020B0604030504040204" pitchFamily="50" charset="-128"/>
              </a:rPr>
              <a:t>トラスト・ログインへの初回ログイン時は下記のダイアログが表示されるので</a:t>
            </a:r>
            <a:br>
              <a:rPr kumimoji="1" lang="en-US" altLang="ja-JP" sz="1600" dirty="0">
                <a:latin typeface="Meiryo UI" panose="020B0604030504040204" pitchFamily="50" charset="-128"/>
                <a:ea typeface="Meiryo UI" panose="020B0604030504040204" pitchFamily="50" charset="-128"/>
              </a:rPr>
            </a:br>
            <a:r>
              <a:rPr kumimoji="1" lang="ja-JP" altLang="en-US" sz="1600" dirty="0">
                <a:latin typeface="Meiryo UI" panose="020B0604030504040204" pitchFamily="50" charset="-128"/>
                <a:ea typeface="Meiryo UI" panose="020B0604030504040204" pitchFamily="50" charset="-128"/>
              </a:rPr>
              <a:t>「拡張機能を追加」ボタンをクリックします。</a:t>
            </a:r>
            <a:br>
              <a:rPr kumimoji="1" lang="en-US" altLang="ja-JP" sz="1600" dirty="0">
                <a:latin typeface="Meiryo UI" panose="020B0604030504040204" pitchFamily="50" charset="-128"/>
                <a:ea typeface="Meiryo UI" panose="020B0604030504040204" pitchFamily="50" charset="-128"/>
              </a:rPr>
            </a:br>
            <a:br>
              <a:rPr kumimoji="1" lang="en-US" altLang="ja-JP" sz="1600" dirty="0">
                <a:latin typeface="Meiryo UI" panose="020B0604030504040204" pitchFamily="50" charset="-128"/>
                <a:ea typeface="Meiryo UI" panose="020B0604030504040204" pitchFamily="50" charset="-128"/>
              </a:rPr>
            </a:b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a:pPr>
            <a:r>
              <a:rPr kumimoji="1" lang="en-US" altLang="ja-JP" sz="1600" dirty="0">
                <a:latin typeface="Meiryo UI" panose="020B0604030504040204" pitchFamily="50" charset="-128"/>
                <a:ea typeface="Meiryo UI" panose="020B0604030504040204" pitchFamily="50" charset="-128"/>
              </a:rPr>
              <a:t>Chrome</a:t>
            </a:r>
            <a:r>
              <a:rPr kumimoji="1" lang="ja-JP" altLang="en-US" sz="1600" dirty="0">
                <a:latin typeface="Meiryo UI" panose="020B0604030504040204" pitchFamily="50" charset="-128"/>
                <a:ea typeface="Meiryo UI" panose="020B0604030504040204" pitchFamily="50" charset="-128"/>
              </a:rPr>
              <a:t>ウェブストアに遷移するので、内容を確認して「</a:t>
            </a:r>
            <a:r>
              <a:rPr kumimoji="1" lang="en-US" altLang="ja-JP" sz="1600" dirty="0">
                <a:latin typeface="Meiryo UI" panose="020B0604030504040204" pitchFamily="50" charset="-128"/>
                <a:ea typeface="Meiryo UI" panose="020B0604030504040204" pitchFamily="50" charset="-128"/>
              </a:rPr>
              <a:t>Chrome</a:t>
            </a:r>
            <a:r>
              <a:rPr kumimoji="1" lang="ja-JP" altLang="en-US" sz="1600" dirty="0">
                <a:latin typeface="Meiryo UI" panose="020B0604030504040204" pitchFamily="50" charset="-128"/>
                <a:ea typeface="Meiryo UI" panose="020B0604030504040204" pitchFamily="50" charset="-128"/>
              </a:rPr>
              <a:t>に追加」をクリックします。</a:t>
            </a:r>
            <a:br>
              <a:rPr kumimoji="1" lang="en-US" altLang="ja-JP" sz="1600" dirty="0">
                <a:latin typeface="Meiryo UI" panose="020B0604030504040204" pitchFamily="50" charset="-128"/>
                <a:ea typeface="Meiryo UI" panose="020B0604030504040204" pitchFamily="50" charset="-128"/>
              </a:rPr>
            </a:br>
            <a:br>
              <a:rPr kumimoji="1" lang="en-US" altLang="ja-JP" sz="1600" dirty="0">
                <a:latin typeface="Meiryo UI" panose="020B0604030504040204" pitchFamily="50" charset="-128"/>
                <a:ea typeface="Meiryo UI" panose="020B0604030504040204" pitchFamily="50" charset="-128"/>
              </a:rPr>
            </a:br>
            <a:br>
              <a:rPr kumimoji="1" lang="en-US" altLang="ja-JP" sz="1600" dirty="0">
                <a:latin typeface="Meiryo UI" panose="020B0604030504040204" pitchFamily="50" charset="-128"/>
                <a:ea typeface="Meiryo UI" panose="020B0604030504040204" pitchFamily="50" charset="-128"/>
              </a:rPr>
            </a:br>
            <a:r>
              <a:rPr kumimoji="1" lang="en-US" altLang="ja-JP" sz="1600" dirty="0">
                <a:solidFill>
                  <a:srgbClr val="FF0000"/>
                </a:solidFill>
                <a:latin typeface="Meiryo UI" panose="020B0604030504040204" pitchFamily="50" charset="-128"/>
                <a:ea typeface="Meiryo UI" panose="020B0604030504040204" pitchFamily="50" charset="-128"/>
              </a:rPr>
              <a:t>※</a:t>
            </a:r>
            <a:r>
              <a:rPr kumimoji="1" lang="ja-JP" altLang="en-US" sz="1600" dirty="0">
                <a:solidFill>
                  <a:srgbClr val="FF0000"/>
                </a:solidFill>
                <a:latin typeface="Meiryo UI" panose="020B0604030504040204" pitchFamily="50" charset="-128"/>
                <a:ea typeface="Meiryo UI" panose="020B0604030504040204" pitchFamily="50" charset="-128"/>
              </a:rPr>
              <a:t>もし、下図のように「管理者によりブロック済み」と</a:t>
            </a:r>
            <a:br>
              <a:rPr kumimoji="1" lang="en-US" altLang="ja-JP" sz="1600" dirty="0">
                <a:solidFill>
                  <a:srgbClr val="FF0000"/>
                </a:solidFill>
                <a:latin typeface="Meiryo UI" panose="020B0604030504040204" pitchFamily="50" charset="-128"/>
                <a:ea typeface="Meiryo UI" panose="020B0604030504040204" pitchFamily="50" charset="-128"/>
              </a:rPr>
            </a:br>
            <a:r>
              <a:rPr kumimoji="1" lang="ja-JP" altLang="en-US" sz="1600" dirty="0">
                <a:solidFill>
                  <a:srgbClr val="FF0000"/>
                </a:solidFill>
                <a:latin typeface="Meiryo UI" panose="020B0604030504040204" pitchFamily="50" charset="-128"/>
                <a:ea typeface="Meiryo UI" panose="020B0604030504040204" pitchFamily="50" charset="-128"/>
              </a:rPr>
              <a:t>　 表示されましたら情報システムチームまで連絡ください。</a:t>
            </a:r>
            <a:endParaRPr kumimoji="1" lang="en-US" altLang="ja-JP" sz="1600" dirty="0">
              <a:solidFill>
                <a:srgbClr val="FF0000"/>
              </a:solidFill>
              <a:latin typeface="Meiryo UI" panose="020B0604030504040204" pitchFamily="50" charset="-128"/>
              <a:ea typeface="Meiryo UI" panose="020B0604030504040204" pitchFamily="50" charset="-128"/>
            </a:endParaRPr>
          </a:p>
        </p:txBody>
      </p:sp>
      <p:pic>
        <p:nvPicPr>
          <p:cNvPr id="1026" name="Picture 2">
            <a:extLst>
              <a:ext uri="{FF2B5EF4-FFF2-40B4-BE49-F238E27FC236}">
                <a16:creationId xmlns:a16="http://schemas.microsoft.com/office/drawing/2014/main" id="{8E21F753-071C-0E76-7CF7-C8406C667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9494" y="1046897"/>
            <a:ext cx="2808954" cy="19657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A9C8647-2EAA-B160-0255-163700731F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6091" y="4440587"/>
            <a:ext cx="2808954" cy="17663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図 4">
            <a:extLst>
              <a:ext uri="{FF2B5EF4-FFF2-40B4-BE49-F238E27FC236}">
                <a16:creationId xmlns:a16="http://schemas.microsoft.com/office/drawing/2014/main" id="{4113DF9A-978D-5CF6-25B9-2894D1ECBC03}"/>
              </a:ext>
            </a:extLst>
          </p:cNvPr>
          <p:cNvPicPr>
            <a:picLocks noChangeAspect="1"/>
          </p:cNvPicPr>
          <p:nvPr/>
        </p:nvPicPr>
        <p:blipFill rotWithShape="1">
          <a:blip r:embed="rId4"/>
          <a:srcRect t="17324"/>
          <a:stretch/>
        </p:blipFill>
        <p:spPr>
          <a:xfrm>
            <a:off x="2443233" y="5114153"/>
            <a:ext cx="3723593" cy="1092759"/>
          </a:xfrm>
          <a:prstGeom prst="rect">
            <a:avLst/>
          </a:prstGeom>
          <a:ln>
            <a:solidFill>
              <a:schemeClr val="tx1"/>
            </a:solidFill>
          </a:ln>
        </p:spPr>
      </p:pic>
      <p:sp>
        <p:nvSpPr>
          <p:cNvPr id="4" name="正方形/長方形 3">
            <a:extLst>
              <a:ext uri="{FF2B5EF4-FFF2-40B4-BE49-F238E27FC236}">
                <a16:creationId xmlns:a16="http://schemas.microsoft.com/office/drawing/2014/main" id="{AEE25F52-E0D7-7191-5E04-A9CC98C7219D}"/>
              </a:ext>
            </a:extLst>
          </p:cNvPr>
          <p:cNvSpPr/>
          <p:nvPr/>
        </p:nvSpPr>
        <p:spPr>
          <a:xfrm>
            <a:off x="9293979" y="2775313"/>
            <a:ext cx="876300" cy="1905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正方形/長方形 5">
            <a:extLst>
              <a:ext uri="{FF2B5EF4-FFF2-40B4-BE49-F238E27FC236}">
                <a16:creationId xmlns:a16="http://schemas.microsoft.com/office/drawing/2014/main" id="{2B103F5D-7E0E-6689-E8C6-012E8B9AC00F}"/>
              </a:ext>
            </a:extLst>
          </p:cNvPr>
          <p:cNvSpPr/>
          <p:nvPr/>
        </p:nvSpPr>
        <p:spPr>
          <a:xfrm>
            <a:off x="9791700" y="4648133"/>
            <a:ext cx="463345" cy="16199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四角形: 角を丸くする 1">
            <a:extLst>
              <a:ext uri="{FF2B5EF4-FFF2-40B4-BE49-F238E27FC236}">
                <a16:creationId xmlns:a16="http://schemas.microsoft.com/office/drawing/2014/main" id="{8D4C2F7D-34F7-1A8B-9D55-BE4795093F27}"/>
              </a:ext>
            </a:extLst>
          </p:cNvPr>
          <p:cNvSpPr/>
          <p:nvPr/>
        </p:nvSpPr>
        <p:spPr>
          <a:xfrm>
            <a:off x="7349397" y="177165"/>
            <a:ext cx="2282793" cy="46286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6">
                    <a:lumMod val="50000"/>
                  </a:schemeClr>
                </a:solidFill>
                <a:latin typeface="Meiryo UI" panose="020B0604030504040204" pitchFamily="50" charset="-128"/>
                <a:ea typeface="Meiryo UI" panose="020B0604030504040204" pitchFamily="50" charset="-128"/>
              </a:rPr>
              <a:t>PC</a:t>
            </a:r>
            <a:r>
              <a:rPr kumimoji="1" lang="ja-JP" altLang="en-US" dirty="0">
                <a:solidFill>
                  <a:schemeClr val="accent6">
                    <a:lumMod val="50000"/>
                  </a:schemeClr>
                </a:solidFill>
                <a:latin typeface="Meiryo UI" panose="020B0604030504040204" pitchFamily="50" charset="-128"/>
                <a:ea typeface="Meiryo UI" panose="020B0604030504040204" pitchFamily="50" charset="-128"/>
              </a:rPr>
              <a:t>操作</a:t>
            </a:r>
          </a:p>
        </p:txBody>
      </p:sp>
      <p:sp>
        <p:nvSpPr>
          <p:cNvPr id="7" name="テキスト ボックス 6">
            <a:extLst>
              <a:ext uri="{FF2B5EF4-FFF2-40B4-BE49-F238E27FC236}">
                <a16:creationId xmlns:a16="http://schemas.microsoft.com/office/drawing/2014/main" id="{F5EEC43D-3756-19BC-6734-95DA25A78BC4}"/>
              </a:ext>
            </a:extLst>
          </p:cNvPr>
          <p:cNvSpPr txBox="1"/>
          <p:nvPr/>
        </p:nvSpPr>
        <p:spPr>
          <a:xfrm>
            <a:off x="1842544" y="2789694"/>
            <a:ext cx="10165283" cy="523220"/>
          </a:xfrm>
          <a:prstGeom prst="rect">
            <a:avLst/>
          </a:prstGeom>
          <a:noFill/>
        </p:spPr>
        <p:txBody>
          <a:bodyPr wrap="none" rtlCol="0">
            <a:spAutoFit/>
          </a:bodyPr>
          <a:lstStyle/>
          <a:p>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参考）</a:t>
            </a:r>
            <a:r>
              <a:rPr kumimoji="1" lang="en-US" altLang="ja-JP" sz="1400" dirty="0" err="1">
                <a:latin typeface="Meiryo UI" panose="020B0604030504040204" pitchFamily="50" charset="-128"/>
                <a:ea typeface="Meiryo UI" panose="020B0604030504040204" pitchFamily="50" charset="-128"/>
              </a:rPr>
              <a:t>TrustLogin</a:t>
            </a:r>
            <a:r>
              <a:rPr kumimoji="1" lang="ja-JP" altLang="en-US" sz="1400" dirty="0">
                <a:latin typeface="Meiryo UI" panose="020B0604030504040204" pitchFamily="50" charset="-128"/>
                <a:ea typeface="Meiryo UI" panose="020B0604030504040204" pitchFamily="50" charset="-128"/>
              </a:rPr>
              <a:t>拡張機能</a:t>
            </a:r>
            <a:r>
              <a:rPr kumimoji="1" lang="en-US" altLang="ja-JP" sz="1400" dirty="0">
                <a:latin typeface="Meiryo UI" panose="020B0604030504040204" pitchFamily="50" charset="-128"/>
                <a:ea typeface="Meiryo UI" panose="020B0604030504040204" pitchFamily="50" charset="-128"/>
              </a:rPr>
              <a:t>URL</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rPr>
              <a:t>https://chromewebstore.google.com/detail/trustlogin-idaas-identity/injlinpljbkaecdfcipjihconmpndkjj?hl=ja&amp;pli=1</a:t>
            </a:r>
            <a:endParaRPr kumimoji="1" lang="ja-JP" altLang="en-US" sz="1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3090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29465E60-7186-5029-CC12-C2A50608ECF9}"/>
              </a:ext>
            </a:extLst>
          </p:cNvPr>
          <p:cNvSpPr txBox="1"/>
          <p:nvPr/>
        </p:nvSpPr>
        <p:spPr>
          <a:xfrm>
            <a:off x="1936955" y="1153592"/>
            <a:ext cx="8459740" cy="5262979"/>
          </a:xfrm>
          <a:prstGeom prst="rect">
            <a:avLst/>
          </a:prstGeom>
          <a:noFill/>
        </p:spPr>
        <p:txBody>
          <a:bodyPr wrap="square" rtlCol="0">
            <a:spAutoFit/>
          </a:bodyPr>
          <a:lstStyle/>
          <a:p>
            <a:pPr marL="342900" indent="-342900">
              <a:buFont typeface="+mj-lt"/>
              <a:buAutoNum type="arabicPeriod" startAt="3"/>
            </a:pPr>
            <a:r>
              <a:rPr kumimoji="1" lang="ja-JP" altLang="en-US" sz="1600" dirty="0">
                <a:latin typeface="Meiryo UI" panose="020B0604030504040204" pitchFamily="50" charset="-128"/>
                <a:ea typeface="Meiryo UI" panose="020B0604030504040204" pitchFamily="50" charset="-128"/>
              </a:rPr>
              <a:t>画面上部にポップアップが表示されるので、「拡張機能を追加」をクリックしてください。</a:t>
            </a:r>
          </a:p>
          <a:p>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3"/>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3"/>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3"/>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3"/>
            </a:pP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3"/>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r>
              <a:rPr kumimoji="1" lang="ja-JP" altLang="en-US" sz="1600" dirty="0">
                <a:latin typeface="Meiryo UI" panose="020B0604030504040204" pitchFamily="50" charset="-128"/>
                <a:ea typeface="Meiryo UI" panose="020B0604030504040204" pitchFamily="50" charset="-128"/>
              </a:rPr>
              <a:t>「同期を有効にする」をクリックしてください。</a:t>
            </a: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a:p>
            <a:pPr marL="342900" indent="-342900">
              <a:buFont typeface="+mj-lt"/>
              <a:buAutoNum type="arabicPeriod" startAt="4"/>
            </a:pPr>
            <a:r>
              <a:rPr kumimoji="1" lang="ja-JP" altLang="en-US" sz="1600" dirty="0">
                <a:latin typeface="Meiryo UI" panose="020B0604030504040204" pitchFamily="50" charset="-128"/>
                <a:ea typeface="Meiryo UI" panose="020B0604030504040204" pitchFamily="50" charset="-128"/>
              </a:rPr>
              <a:t>ブラウザの画面右上の拡張機能ボタンからトラスト・ログインのアイコンが追加されたことを確認します。</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a:t>
            </a:r>
          </a:p>
          <a:p>
            <a:pPr marL="342900" indent="-342900">
              <a:buFont typeface="+mj-lt"/>
              <a:buAutoNum type="arabicPeriod" startAt="4"/>
            </a:pPr>
            <a:endParaRPr kumimoji="1" lang="en-US" altLang="ja-JP" sz="1600" dirty="0">
              <a:latin typeface="Meiryo UI" panose="020B0604030504040204" pitchFamily="50" charset="-128"/>
              <a:ea typeface="Meiryo UI" panose="020B0604030504040204" pitchFamily="50" charset="-128"/>
            </a:endParaRPr>
          </a:p>
        </p:txBody>
      </p:sp>
      <p:pic>
        <p:nvPicPr>
          <p:cNvPr id="2050" name="Picture 2">
            <a:extLst>
              <a:ext uri="{FF2B5EF4-FFF2-40B4-BE49-F238E27FC236}">
                <a16:creationId xmlns:a16="http://schemas.microsoft.com/office/drawing/2014/main" id="{ADAF0C1D-98AB-EEB3-06A1-B385D28ED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8117" y="1597023"/>
            <a:ext cx="2629863" cy="13304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60F7041-E64B-A564-D8D6-938A9E3099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1941" y="3429000"/>
            <a:ext cx="2506038" cy="2010658"/>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a:extLst>
              <a:ext uri="{FF2B5EF4-FFF2-40B4-BE49-F238E27FC236}">
                <a16:creationId xmlns:a16="http://schemas.microsoft.com/office/drawing/2014/main" id="{FEEF91E9-E6B1-C5EF-F199-003AAA095275}"/>
              </a:ext>
            </a:extLst>
          </p:cNvPr>
          <p:cNvSpPr/>
          <p:nvPr/>
        </p:nvSpPr>
        <p:spPr>
          <a:xfrm>
            <a:off x="7526840" y="5048463"/>
            <a:ext cx="2324939" cy="31114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8" name="図 7">
            <a:extLst>
              <a:ext uri="{FF2B5EF4-FFF2-40B4-BE49-F238E27FC236}">
                <a16:creationId xmlns:a16="http://schemas.microsoft.com/office/drawing/2014/main" id="{16CCC6A5-DD40-614F-A5E9-2996D76B6F91}"/>
              </a:ext>
            </a:extLst>
          </p:cNvPr>
          <p:cNvPicPr>
            <a:picLocks noChangeAspect="1"/>
          </p:cNvPicPr>
          <p:nvPr/>
        </p:nvPicPr>
        <p:blipFill>
          <a:blip r:embed="rId5"/>
          <a:stretch>
            <a:fillRect/>
          </a:stretch>
        </p:blipFill>
        <p:spPr>
          <a:xfrm>
            <a:off x="3938680" y="5840962"/>
            <a:ext cx="2506038" cy="980084"/>
          </a:xfrm>
          <a:prstGeom prst="rect">
            <a:avLst/>
          </a:prstGeom>
        </p:spPr>
      </p:pic>
      <p:sp>
        <p:nvSpPr>
          <p:cNvPr id="9" name="正方形/長方形 8">
            <a:extLst>
              <a:ext uri="{FF2B5EF4-FFF2-40B4-BE49-F238E27FC236}">
                <a16:creationId xmlns:a16="http://schemas.microsoft.com/office/drawing/2014/main" id="{BD5A92D8-2A44-DE70-CA87-3D47C02CB0F3}"/>
              </a:ext>
            </a:extLst>
          </p:cNvPr>
          <p:cNvSpPr/>
          <p:nvPr/>
        </p:nvSpPr>
        <p:spPr>
          <a:xfrm>
            <a:off x="6131852" y="5860508"/>
            <a:ext cx="364816" cy="23814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0" name="コネクタ: カギ線 9">
            <a:extLst>
              <a:ext uri="{FF2B5EF4-FFF2-40B4-BE49-F238E27FC236}">
                <a16:creationId xmlns:a16="http://schemas.microsoft.com/office/drawing/2014/main" id="{EBFC504F-E770-E668-7A57-7D263FE2BAD1}"/>
              </a:ext>
            </a:extLst>
          </p:cNvPr>
          <p:cNvCxnSpPr>
            <a:cxnSpLocks/>
            <a:stCxn id="9" idx="1"/>
            <a:endCxn id="14" idx="0"/>
          </p:cNvCxnSpPr>
          <p:nvPr/>
        </p:nvCxnSpPr>
        <p:spPr>
          <a:xfrm rot="10800000" flipV="1">
            <a:off x="4741179" y="5979582"/>
            <a:ext cx="1390675" cy="522878"/>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B790053F-A5E2-0BB7-D826-6D175854AC30}"/>
              </a:ext>
            </a:extLst>
          </p:cNvPr>
          <p:cNvSpPr/>
          <p:nvPr/>
        </p:nvSpPr>
        <p:spPr>
          <a:xfrm>
            <a:off x="4043579" y="6502460"/>
            <a:ext cx="1395196" cy="25404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1" name="正方形/長方形 20">
            <a:extLst>
              <a:ext uri="{FF2B5EF4-FFF2-40B4-BE49-F238E27FC236}">
                <a16:creationId xmlns:a16="http://schemas.microsoft.com/office/drawing/2014/main" id="{E8A56C80-3A91-D31A-A5E6-928714BDB358}"/>
              </a:ext>
            </a:extLst>
          </p:cNvPr>
          <p:cNvSpPr/>
          <p:nvPr/>
        </p:nvSpPr>
        <p:spPr>
          <a:xfrm>
            <a:off x="5543674" y="6518360"/>
            <a:ext cx="228476" cy="23814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テキスト ボックス 21">
            <a:extLst>
              <a:ext uri="{FF2B5EF4-FFF2-40B4-BE49-F238E27FC236}">
                <a16:creationId xmlns:a16="http://schemas.microsoft.com/office/drawing/2014/main" id="{AB42F038-4C08-ACD2-F9D9-A82C97E9CEA7}"/>
              </a:ext>
            </a:extLst>
          </p:cNvPr>
          <p:cNvSpPr txBox="1"/>
          <p:nvPr/>
        </p:nvSpPr>
        <p:spPr>
          <a:xfrm>
            <a:off x="6549616" y="6498679"/>
            <a:ext cx="1420582" cy="261610"/>
          </a:xfrm>
          <a:prstGeom prst="rect">
            <a:avLst/>
          </a:prstGeom>
          <a:noFill/>
        </p:spPr>
        <p:txBody>
          <a:bodyPr wrap="none" rtlCol="0">
            <a:spAutoFit/>
          </a:bodyPr>
          <a:lstStyle/>
          <a:p>
            <a:r>
              <a:rPr kumimoji="1" lang="ja-JP" altLang="en-US" sz="1100" dirty="0">
                <a:highlight>
                  <a:srgbClr val="FFFF00"/>
                </a:highlight>
                <a:latin typeface="Meiryo UI" panose="020B0604030504040204" pitchFamily="50" charset="-128"/>
                <a:ea typeface="Meiryo UI" panose="020B0604030504040204" pitchFamily="50" charset="-128"/>
              </a:rPr>
              <a:t>ピン止めしておくと便利</a:t>
            </a:r>
          </a:p>
        </p:txBody>
      </p:sp>
      <p:sp>
        <p:nvSpPr>
          <p:cNvPr id="23" name="矢印: 右 22">
            <a:extLst>
              <a:ext uri="{FF2B5EF4-FFF2-40B4-BE49-F238E27FC236}">
                <a16:creationId xmlns:a16="http://schemas.microsoft.com/office/drawing/2014/main" id="{21551D96-8D9F-561D-F373-249C1E7602EE}"/>
              </a:ext>
            </a:extLst>
          </p:cNvPr>
          <p:cNvSpPr/>
          <p:nvPr/>
        </p:nvSpPr>
        <p:spPr>
          <a:xfrm rot="10800000">
            <a:off x="5822972" y="6541128"/>
            <a:ext cx="726644" cy="180348"/>
          </a:xfrm>
          <a:prstGeom prst="rightArrow">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12D6FA90-EC5F-C0F8-9B02-9CE8475EA094}"/>
              </a:ext>
            </a:extLst>
          </p:cNvPr>
          <p:cNvSpPr/>
          <p:nvPr/>
        </p:nvSpPr>
        <p:spPr>
          <a:xfrm>
            <a:off x="7363261" y="177165"/>
            <a:ext cx="2282793" cy="46286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6">
                    <a:lumMod val="50000"/>
                  </a:schemeClr>
                </a:solidFill>
                <a:latin typeface="Meiryo UI" panose="020B0604030504040204" pitchFamily="50" charset="-128"/>
                <a:ea typeface="Meiryo UI" panose="020B0604030504040204" pitchFamily="50" charset="-128"/>
              </a:rPr>
              <a:t>PC</a:t>
            </a:r>
            <a:r>
              <a:rPr kumimoji="1" lang="ja-JP" altLang="en-US" dirty="0">
                <a:solidFill>
                  <a:schemeClr val="accent6">
                    <a:lumMod val="50000"/>
                  </a:schemeClr>
                </a:solidFill>
                <a:latin typeface="Meiryo UI" panose="020B0604030504040204" pitchFamily="50" charset="-128"/>
                <a:ea typeface="Meiryo UI" panose="020B0604030504040204" pitchFamily="50" charset="-128"/>
              </a:rPr>
              <a:t>操作</a:t>
            </a:r>
          </a:p>
        </p:txBody>
      </p:sp>
      <p:sp>
        <p:nvSpPr>
          <p:cNvPr id="5" name="正方形/長方形 4">
            <a:extLst>
              <a:ext uri="{FF2B5EF4-FFF2-40B4-BE49-F238E27FC236}">
                <a16:creationId xmlns:a16="http://schemas.microsoft.com/office/drawing/2014/main" id="{D5C13FB7-EDDB-E4F8-EA89-DEA2854A1102}"/>
              </a:ext>
            </a:extLst>
          </p:cNvPr>
          <p:cNvSpPr/>
          <p:nvPr/>
        </p:nvSpPr>
        <p:spPr>
          <a:xfrm>
            <a:off x="1220357"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拡張機能（アドオン）のインストール（</a:t>
            </a:r>
            <a:r>
              <a:rPr kumimoji="1" lang="en-US" altLang="ja-JP" sz="2400" b="1" dirty="0">
                <a:solidFill>
                  <a:schemeClr val="tx1">
                    <a:lumMod val="95000"/>
                    <a:lumOff val="5000"/>
                  </a:schemeClr>
                </a:solidFill>
                <a:latin typeface="Meiryo UI" panose="020B0604030504040204" pitchFamily="50" charset="-128"/>
                <a:ea typeface="Meiryo UI" panose="020B0604030504040204" pitchFamily="50" charset="-128"/>
              </a:rPr>
              <a:t>2/2</a:t>
            </a:r>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1248714034"/>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F41B-B9DF-9C65-7C93-FAF3AA9B4AF7}"/>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E4EC934A-5EE4-410B-156F-40F93F611944}"/>
              </a:ext>
            </a:extLst>
          </p:cNvPr>
          <p:cNvPicPr>
            <a:picLocks noChangeAspect="1"/>
          </p:cNvPicPr>
          <p:nvPr/>
        </p:nvPicPr>
        <p:blipFill>
          <a:blip r:embed="rId2"/>
          <a:stretch>
            <a:fillRect/>
          </a:stretch>
        </p:blipFill>
        <p:spPr>
          <a:xfrm>
            <a:off x="2668360" y="2034987"/>
            <a:ext cx="6309386" cy="2788545"/>
          </a:xfrm>
          <a:prstGeom prst="rect">
            <a:avLst/>
          </a:prstGeom>
          <a:ln>
            <a:solidFill>
              <a:schemeClr val="tx1"/>
            </a:solidFill>
          </a:ln>
        </p:spPr>
      </p:pic>
      <p:sp>
        <p:nvSpPr>
          <p:cNvPr id="3" name="正方形/長方形 2">
            <a:extLst>
              <a:ext uri="{FF2B5EF4-FFF2-40B4-BE49-F238E27FC236}">
                <a16:creationId xmlns:a16="http://schemas.microsoft.com/office/drawing/2014/main" id="{75A13C8E-8215-9CF6-40CA-738BA40336CD}"/>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⑤マイページをブックマーク</a:t>
            </a:r>
          </a:p>
        </p:txBody>
      </p:sp>
      <p:sp>
        <p:nvSpPr>
          <p:cNvPr id="12" name="テキスト ボックス 11">
            <a:extLst>
              <a:ext uri="{FF2B5EF4-FFF2-40B4-BE49-F238E27FC236}">
                <a16:creationId xmlns:a16="http://schemas.microsoft.com/office/drawing/2014/main" id="{FF6F5437-F8A4-E701-FCDE-8D3C6DD2A420}"/>
              </a:ext>
            </a:extLst>
          </p:cNvPr>
          <p:cNvSpPr txBox="1"/>
          <p:nvPr/>
        </p:nvSpPr>
        <p:spPr>
          <a:xfrm>
            <a:off x="1936955" y="1153592"/>
            <a:ext cx="8459740" cy="338554"/>
          </a:xfrm>
          <a:prstGeom prst="rect">
            <a:avLst/>
          </a:prstGeom>
          <a:noFill/>
        </p:spPr>
        <p:txBody>
          <a:bodyPr wrap="square" rtlCol="0">
            <a:spAutoFit/>
          </a:bodyPr>
          <a:lstStyle/>
          <a:p>
            <a:pPr marL="342900" indent="-342900">
              <a:buFont typeface="+mj-lt"/>
              <a:buAutoNum type="arabicPeriod"/>
            </a:pPr>
            <a:r>
              <a:rPr kumimoji="1" lang="ja-JP" altLang="en-US" sz="1600" dirty="0">
                <a:latin typeface="Meiryo UI" panose="020B0604030504040204" pitchFamily="50" charset="-128"/>
                <a:ea typeface="Meiryo UI" panose="020B0604030504040204" pitchFamily="50" charset="-128"/>
              </a:rPr>
              <a:t>サイト</a:t>
            </a:r>
            <a:r>
              <a:rPr kumimoji="1" lang="en-US" altLang="ja-JP" sz="1600" dirty="0">
                <a:latin typeface="Meiryo UI" panose="020B0604030504040204" pitchFamily="50" charset="-128"/>
                <a:ea typeface="Meiryo UI" panose="020B0604030504040204" pitchFamily="50" charset="-128"/>
              </a:rPr>
              <a:t>URL</a:t>
            </a:r>
            <a:r>
              <a:rPr kumimoji="1" lang="ja-JP" altLang="en-US" sz="1600" dirty="0">
                <a:latin typeface="Meiryo UI" panose="020B0604030504040204" pitchFamily="50" charset="-128"/>
                <a:ea typeface="Meiryo UI" panose="020B0604030504040204" pitchFamily="50" charset="-128"/>
              </a:rPr>
              <a:t>表示欄の右部の☆を押下し、ブックマーク登録してください。</a:t>
            </a:r>
            <a:endParaRPr kumimoji="1" lang="en-US" altLang="ja-JP" sz="1600" dirty="0">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8096B557-6D42-246D-B69B-7A5A97AF474D}"/>
              </a:ext>
            </a:extLst>
          </p:cNvPr>
          <p:cNvSpPr/>
          <p:nvPr/>
        </p:nvSpPr>
        <p:spPr>
          <a:xfrm>
            <a:off x="7431579" y="2043300"/>
            <a:ext cx="307571" cy="2727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7" name="図 6">
            <a:extLst>
              <a:ext uri="{FF2B5EF4-FFF2-40B4-BE49-F238E27FC236}">
                <a16:creationId xmlns:a16="http://schemas.microsoft.com/office/drawing/2014/main" id="{0C9B5672-7153-B6BF-AD90-D27F79AAF302}"/>
              </a:ext>
            </a:extLst>
          </p:cNvPr>
          <p:cNvPicPr>
            <a:picLocks noChangeAspect="1"/>
          </p:cNvPicPr>
          <p:nvPr/>
        </p:nvPicPr>
        <p:blipFill>
          <a:blip r:embed="rId3"/>
          <a:stretch>
            <a:fillRect/>
          </a:stretch>
        </p:blipFill>
        <p:spPr>
          <a:xfrm>
            <a:off x="4600476" y="5339011"/>
            <a:ext cx="4377270" cy="1476512"/>
          </a:xfrm>
          <a:prstGeom prst="rect">
            <a:avLst/>
          </a:prstGeom>
          <a:ln>
            <a:solidFill>
              <a:schemeClr val="tx1"/>
            </a:solidFill>
          </a:ln>
        </p:spPr>
      </p:pic>
      <p:sp>
        <p:nvSpPr>
          <p:cNvPr id="11" name="正方形/長方形 10">
            <a:extLst>
              <a:ext uri="{FF2B5EF4-FFF2-40B4-BE49-F238E27FC236}">
                <a16:creationId xmlns:a16="http://schemas.microsoft.com/office/drawing/2014/main" id="{7ABE0A98-BEAD-1BD0-DEDC-5BDB0DB8069B}"/>
              </a:ext>
            </a:extLst>
          </p:cNvPr>
          <p:cNvSpPr/>
          <p:nvPr/>
        </p:nvSpPr>
        <p:spPr>
          <a:xfrm>
            <a:off x="7431579" y="6224601"/>
            <a:ext cx="706581" cy="4473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3" name="コネクタ: カギ線 12">
            <a:extLst>
              <a:ext uri="{FF2B5EF4-FFF2-40B4-BE49-F238E27FC236}">
                <a16:creationId xmlns:a16="http://schemas.microsoft.com/office/drawing/2014/main" id="{253E1509-CEB4-50E3-D870-3FC9E187AD9C}"/>
              </a:ext>
            </a:extLst>
          </p:cNvPr>
          <p:cNvCxnSpPr>
            <a:cxnSpLocks/>
            <a:stCxn id="4" idx="1"/>
            <a:endCxn id="11" idx="1"/>
          </p:cNvCxnSpPr>
          <p:nvPr/>
        </p:nvCxnSpPr>
        <p:spPr>
          <a:xfrm rot="10800000" flipV="1">
            <a:off x="7431579" y="2179680"/>
            <a:ext cx="12700" cy="4268585"/>
          </a:xfrm>
          <a:prstGeom prst="bentConnector3">
            <a:avLst>
              <a:gd name="adj1" fmla="val 32400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1E3677AA-CB91-958D-4861-E5A50DFC5E9F}"/>
              </a:ext>
            </a:extLst>
          </p:cNvPr>
          <p:cNvSpPr/>
          <p:nvPr/>
        </p:nvSpPr>
        <p:spPr>
          <a:xfrm>
            <a:off x="7193280" y="177165"/>
            <a:ext cx="2282793" cy="46286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6">
                    <a:lumMod val="50000"/>
                  </a:schemeClr>
                </a:solidFill>
                <a:latin typeface="Meiryo UI" panose="020B0604030504040204" pitchFamily="50" charset="-128"/>
                <a:ea typeface="Meiryo UI" panose="020B0604030504040204" pitchFamily="50" charset="-128"/>
              </a:rPr>
              <a:t>PC</a:t>
            </a:r>
            <a:r>
              <a:rPr kumimoji="1" lang="ja-JP" altLang="en-US" dirty="0">
                <a:solidFill>
                  <a:schemeClr val="accent6">
                    <a:lumMod val="50000"/>
                  </a:schemeClr>
                </a:solidFill>
                <a:latin typeface="Meiryo UI" panose="020B0604030504040204" pitchFamily="50" charset="-128"/>
                <a:ea typeface="Meiryo UI" panose="020B0604030504040204" pitchFamily="50" charset="-128"/>
              </a:rPr>
              <a:t>操作</a:t>
            </a:r>
          </a:p>
        </p:txBody>
      </p:sp>
      <p:sp>
        <p:nvSpPr>
          <p:cNvPr id="6" name="テキスト ボックス 5">
            <a:extLst>
              <a:ext uri="{FF2B5EF4-FFF2-40B4-BE49-F238E27FC236}">
                <a16:creationId xmlns:a16="http://schemas.microsoft.com/office/drawing/2014/main" id="{9EAF1806-93C5-67CD-230D-CEC84EC4C10B}"/>
              </a:ext>
            </a:extLst>
          </p:cNvPr>
          <p:cNvSpPr txBox="1"/>
          <p:nvPr/>
        </p:nvSpPr>
        <p:spPr>
          <a:xfrm>
            <a:off x="2669265" y="1462155"/>
            <a:ext cx="3247556" cy="523220"/>
          </a:xfrm>
          <a:prstGeom prst="rect">
            <a:avLst/>
          </a:prstGeom>
          <a:noFill/>
        </p:spPr>
        <p:txBody>
          <a:bodyPr wrap="none" rtlCol="0">
            <a:spAutoFit/>
          </a:bodyPr>
          <a:lstStyle/>
          <a:p>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参考）</a:t>
            </a:r>
            <a:r>
              <a:rPr kumimoji="1" lang="en-US" altLang="ja-JP" sz="1400" dirty="0" err="1">
                <a:latin typeface="Meiryo UI" panose="020B0604030504040204" pitchFamily="50" charset="-128"/>
                <a:ea typeface="Meiryo UI" panose="020B0604030504040204" pitchFamily="50" charset="-128"/>
              </a:rPr>
              <a:t>TrustLogin</a:t>
            </a:r>
            <a:r>
              <a:rPr kumimoji="1" lang="ja-JP" altLang="en-US" sz="1400" dirty="0">
                <a:latin typeface="Meiryo UI" panose="020B0604030504040204" pitchFamily="50" charset="-128"/>
                <a:ea typeface="Meiryo UI" panose="020B0604030504040204" pitchFamily="50" charset="-128"/>
              </a:rPr>
              <a:t>マイページ</a:t>
            </a:r>
            <a:r>
              <a:rPr kumimoji="1" lang="en-US" altLang="ja-JP" sz="1400" dirty="0">
                <a:latin typeface="Meiryo UI" panose="020B0604030504040204" pitchFamily="50" charset="-128"/>
                <a:ea typeface="Meiryo UI" panose="020B0604030504040204" pitchFamily="50" charset="-128"/>
              </a:rPr>
              <a:t>URL</a:t>
            </a:r>
            <a:r>
              <a:rPr kumimoji="1" lang="ja-JP" altLang="en-US" sz="1400" dirty="0">
                <a:latin typeface="Meiryo UI" panose="020B0604030504040204" pitchFamily="50" charset="-128"/>
                <a:ea typeface="Meiryo UI" panose="020B0604030504040204" pitchFamily="50" charset="-128"/>
              </a:rPr>
              <a:t>：</a:t>
            </a:r>
            <a:endParaRPr kumimoji="1" lang="en-US" altLang="ja-JP" sz="1400" dirty="0">
              <a:latin typeface="Meiryo UI" panose="020B0604030504040204" pitchFamily="50" charset="-128"/>
              <a:ea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rPr>
              <a:t>https://portal.trustlogin.com/user/</a:t>
            </a:r>
          </a:p>
        </p:txBody>
      </p:sp>
    </p:spTree>
    <p:extLst>
      <p:ext uri="{BB962C8B-B14F-4D97-AF65-F5344CB8AC3E}">
        <p14:creationId xmlns:p14="http://schemas.microsoft.com/office/powerpoint/2010/main" val="1921958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992797B7-029F-7D9F-AB0E-49DAB22C65D2}"/>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sz="3200" b="1" dirty="0">
              <a:solidFill>
                <a:schemeClr val="tx1">
                  <a:lumMod val="95000"/>
                  <a:lumOff val="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343B4B51-09BC-D2B9-DF49-8778ED23B84C}"/>
              </a:ext>
            </a:extLst>
          </p:cNvPr>
          <p:cNvSpPr txBox="1"/>
          <p:nvPr/>
        </p:nvSpPr>
        <p:spPr>
          <a:xfrm>
            <a:off x="1711012" y="2653684"/>
            <a:ext cx="8581603" cy="1117422"/>
          </a:xfrm>
          <a:prstGeom prst="rect">
            <a:avLst/>
          </a:prstGeom>
          <a:noFill/>
        </p:spPr>
        <p:txBody>
          <a:bodyPr wrap="square" rtlCol="0" anchor="ctr" anchorCtr="1">
            <a:spAutoFit/>
          </a:bodyPr>
          <a:lstStyle/>
          <a:p>
            <a:pPr algn="ctr">
              <a:lnSpc>
                <a:spcPct val="200000"/>
              </a:lnSpc>
            </a:pPr>
            <a:r>
              <a:rPr kumimoji="1" lang="en-US" altLang="ja-JP" sz="4000" dirty="0">
                <a:latin typeface="Meiryo UI" panose="020B0604030504040204" pitchFamily="50" charset="-128"/>
                <a:ea typeface="Meiryo UI" panose="020B0604030504040204" pitchFamily="50" charset="-128"/>
              </a:rPr>
              <a:t>4</a:t>
            </a:r>
            <a:r>
              <a:rPr kumimoji="1" lang="ja-JP" altLang="en-US" sz="4000" dirty="0">
                <a:latin typeface="Meiryo UI" panose="020B0604030504040204" pitchFamily="50" charset="-128"/>
                <a:ea typeface="Meiryo UI" panose="020B0604030504040204" pitchFamily="50" charset="-128"/>
              </a:rPr>
              <a:t>．</a:t>
            </a:r>
            <a:r>
              <a:rPr kumimoji="1" lang="en-US" altLang="ja-JP" sz="4000" dirty="0">
                <a:latin typeface="Meiryo UI" panose="020B0604030504040204" pitchFamily="50" charset="-128"/>
                <a:ea typeface="Meiryo UI" panose="020B0604030504040204" pitchFamily="50" charset="-128"/>
              </a:rPr>
              <a:t>TAM</a:t>
            </a:r>
            <a:r>
              <a:rPr kumimoji="1" lang="ja-JP" altLang="en-US" sz="4000" dirty="0">
                <a:latin typeface="Meiryo UI" panose="020B0604030504040204" pitchFamily="50" charset="-128"/>
                <a:ea typeface="Meiryo UI" panose="020B0604030504040204" pitchFamily="50" charset="-128"/>
              </a:rPr>
              <a:t>の利用開始</a:t>
            </a:r>
            <a:endParaRPr kumimoji="1" lang="en-US" altLang="ja-JP" sz="4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60622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D7AB973A-0356-FEE8-2616-E1EB497CD249}"/>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①マイページの基本機能</a:t>
            </a:r>
          </a:p>
        </p:txBody>
      </p:sp>
      <p:sp>
        <p:nvSpPr>
          <p:cNvPr id="12" name="テキスト ボックス 11">
            <a:extLst>
              <a:ext uri="{FF2B5EF4-FFF2-40B4-BE49-F238E27FC236}">
                <a16:creationId xmlns:a16="http://schemas.microsoft.com/office/drawing/2014/main" id="{29465E60-7186-5029-CC12-C2A50608ECF9}"/>
              </a:ext>
            </a:extLst>
          </p:cNvPr>
          <p:cNvSpPr txBox="1"/>
          <p:nvPr/>
        </p:nvSpPr>
        <p:spPr>
          <a:xfrm>
            <a:off x="660399" y="1332899"/>
            <a:ext cx="11140537" cy="461665"/>
          </a:xfrm>
          <a:prstGeom prst="rect">
            <a:avLst/>
          </a:prstGeom>
          <a:noFill/>
        </p:spPr>
        <p:txBody>
          <a:bodyPr wrap="square" rtlCol="0">
            <a:spAutoFit/>
          </a:bodyPr>
          <a:lstStyle/>
          <a:p>
            <a:pPr marL="342900" indent="-342900">
              <a:buFont typeface="+mj-lt"/>
              <a:buAutoNum type="arabicPeriod"/>
            </a:pPr>
            <a:r>
              <a:rPr kumimoji="1" lang="ja-JP" altLang="en-US" sz="2400" dirty="0">
                <a:latin typeface="Meiryo UI" panose="020B0604030504040204" pitchFamily="50" charset="-128"/>
                <a:ea typeface="Meiryo UI" panose="020B0604030504040204" pitchFamily="50" charset="-128"/>
              </a:rPr>
              <a:t>マイページから下図のアイコン「</a:t>
            </a:r>
            <a:r>
              <a:rPr kumimoji="1" lang="en-US" altLang="ja-JP" sz="2400" dirty="0">
                <a:latin typeface="Meiryo UI" panose="020B0604030504040204" pitchFamily="50" charset="-128"/>
                <a:ea typeface="Meiryo UI" panose="020B0604030504040204" pitchFamily="50" charset="-128"/>
              </a:rPr>
              <a:t>TAM</a:t>
            </a:r>
            <a:r>
              <a:rPr kumimoji="1" lang="ja-JP" altLang="en-US" sz="2400" dirty="0">
                <a:latin typeface="Meiryo UI" panose="020B0604030504040204" pitchFamily="50" charset="-128"/>
                <a:ea typeface="Meiryo UI" panose="020B0604030504040204" pitchFamily="50" charset="-128"/>
              </a:rPr>
              <a:t>（</a:t>
            </a:r>
            <a:r>
              <a:rPr kumimoji="1" lang="en-US" altLang="ja-JP" sz="2400" dirty="0">
                <a:latin typeface="Meiryo UI" panose="020B0604030504040204" pitchFamily="50" charset="-128"/>
                <a:ea typeface="Meiryo UI" panose="020B0604030504040204" pitchFamily="50" charset="-128"/>
              </a:rPr>
              <a:t>SAML</a:t>
            </a:r>
            <a:r>
              <a:rPr kumimoji="1" lang="ja-JP" altLang="en-US" sz="2400" dirty="0">
                <a:latin typeface="Meiryo UI" panose="020B0604030504040204" pitchFamily="50" charset="-128"/>
                <a:ea typeface="Meiryo UI" panose="020B0604030504040204" pitchFamily="50" charset="-128"/>
              </a:rPr>
              <a:t>）」をクリックすると</a:t>
            </a:r>
            <a:r>
              <a:rPr kumimoji="1" lang="en-US" altLang="ja-JP" sz="2400" dirty="0">
                <a:latin typeface="Meiryo UI" panose="020B0604030504040204" pitchFamily="50" charset="-128"/>
                <a:ea typeface="Meiryo UI" panose="020B0604030504040204" pitchFamily="50" charset="-128"/>
              </a:rPr>
              <a:t>TAM</a:t>
            </a:r>
            <a:r>
              <a:rPr kumimoji="1" lang="ja-JP" altLang="en-US" sz="2400" dirty="0">
                <a:latin typeface="Meiryo UI" panose="020B0604030504040204" pitchFamily="50" charset="-128"/>
                <a:ea typeface="Meiryo UI" panose="020B0604030504040204" pitchFamily="50" charset="-128"/>
              </a:rPr>
              <a:t>が利用できます。</a:t>
            </a:r>
          </a:p>
        </p:txBody>
      </p:sp>
      <p:pic>
        <p:nvPicPr>
          <p:cNvPr id="6" name="図 5">
            <a:extLst>
              <a:ext uri="{FF2B5EF4-FFF2-40B4-BE49-F238E27FC236}">
                <a16:creationId xmlns:a16="http://schemas.microsoft.com/office/drawing/2014/main" id="{035E2935-F1EB-709A-1A51-2BA62B56367A}"/>
              </a:ext>
            </a:extLst>
          </p:cNvPr>
          <p:cNvPicPr>
            <a:picLocks noChangeAspect="1"/>
          </p:cNvPicPr>
          <p:nvPr/>
        </p:nvPicPr>
        <p:blipFill>
          <a:blip r:embed="rId3"/>
          <a:stretch>
            <a:fillRect/>
          </a:stretch>
        </p:blipFill>
        <p:spPr>
          <a:xfrm>
            <a:off x="1418992" y="2387143"/>
            <a:ext cx="1568531" cy="1244664"/>
          </a:xfrm>
          <a:prstGeom prst="rect">
            <a:avLst/>
          </a:prstGeom>
        </p:spPr>
      </p:pic>
    </p:spTree>
    <p:extLst>
      <p:ext uri="{BB962C8B-B14F-4D97-AF65-F5344CB8AC3E}">
        <p14:creationId xmlns:p14="http://schemas.microsoft.com/office/powerpoint/2010/main" val="1724652507"/>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722BA-D70A-0FC7-F8E4-8F3B1A61BB4B}"/>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965B3C59-F1EF-B772-064E-A47ECAE6F296}"/>
              </a:ext>
            </a:extLst>
          </p:cNvPr>
          <p:cNvSpPr/>
          <p:nvPr/>
        </p:nvSpPr>
        <p:spPr>
          <a:xfrm>
            <a:off x="1711011" y="65104"/>
            <a:ext cx="6573078"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sz="3200" b="1" dirty="0">
              <a:solidFill>
                <a:schemeClr val="tx1">
                  <a:lumMod val="95000"/>
                  <a:lumOff val="5000"/>
                </a:schemeClr>
              </a:solidFill>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28142326-F72C-08AB-620C-6714B0623E93}"/>
              </a:ext>
            </a:extLst>
          </p:cNvPr>
          <p:cNvSpPr txBox="1"/>
          <p:nvPr/>
        </p:nvSpPr>
        <p:spPr>
          <a:xfrm>
            <a:off x="1711012" y="2653684"/>
            <a:ext cx="8581603" cy="1117422"/>
          </a:xfrm>
          <a:prstGeom prst="rect">
            <a:avLst/>
          </a:prstGeom>
          <a:noFill/>
        </p:spPr>
        <p:txBody>
          <a:bodyPr wrap="square" rtlCol="0" anchor="ctr" anchorCtr="1">
            <a:spAutoFit/>
          </a:bodyPr>
          <a:lstStyle/>
          <a:p>
            <a:pPr algn="ctr">
              <a:lnSpc>
                <a:spcPct val="200000"/>
              </a:lnSpc>
            </a:pPr>
            <a:r>
              <a:rPr kumimoji="1" lang="ja-JP" altLang="en-US" sz="4000" dirty="0">
                <a:latin typeface="Meiryo UI" panose="020B0604030504040204" pitchFamily="50" charset="-128"/>
                <a:ea typeface="Meiryo UI" panose="020B0604030504040204" pitchFamily="50" charset="-128"/>
              </a:rPr>
              <a:t>こんな時は</a:t>
            </a:r>
            <a:r>
              <a:rPr kumimoji="1" lang="en-US" altLang="ja-JP" sz="4000" dirty="0">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289148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F6A0-38BE-9BD5-B635-49F7721AA6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D61C62E-1E3E-2E67-D84F-CA3C9C22D33D}"/>
              </a:ext>
            </a:extLst>
          </p:cNvPr>
          <p:cNvSpPr/>
          <p:nvPr/>
        </p:nvSpPr>
        <p:spPr>
          <a:xfrm>
            <a:off x="451554" y="1014010"/>
            <a:ext cx="7589106"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ログインパスワードを忘れてしまった場合</a:t>
            </a:r>
          </a:p>
        </p:txBody>
      </p:sp>
      <p:sp>
        <p:nvSpPr>
          <p:cNvPr id="6" name="テキスト ボックス 5">
            <a:extLst>
              <a:ext uri="{FF2B5EF4-FFF2-40B4-BE49-F238E27FC236}">
                <a16:creationId xmlns:a16="http://schemas.microsoft.com/office/drawing/2014/main" id="{CF4DD0E6-712A-C645-304D-A63EC56BFD94}"/>
              </a:ext>
            </a:extLst>
          </p:cNvPr>
          <p:cNvSpPr txBox="1"/>
          <p:nvPr/>
        </p:nvSpPr>
        <p:spPr>
          <a:xfrm>
            <a:off x="759125" y="3308063"/>
            <a:ext cx="9621673" cy="523220"/>
          </a:xfrm>
          <a:prstGeom prst="rect">
            <a:avLst/>
          </a:prstGeom>
          <a:noFill/>
        </p:spPr>
        <p:txBody>
          <a:bodyPr wrap="square" rtlCol="0">
            <a:spAutoFit/>
          </a:bodyPr>
          <a:lstStyle/>
          <a:p>
            <a:r>
              <a:rPr kumimoji="1" lang="ja-JP" altLang="en-US" sz="2800" dirty="0">
                <a:latin typeface="Meiryo UI" panose="020B0604030504040204" pitchFamily="50" charset="-128"/>
                <a:ea typeface="Meiryo UI" panose="020B0604030504040204" pitchFamily="50" charset="-128"/>
              </a:rPr>
              <a:t>⇒　タイガー魔法瓶　生産管理チームの担当者までご連絡ください。</a:t>
            </a:r>
            <a:endParaRPr kumimoji="1" lang="en-US" altLang="ja-JP" sz="2800" dirty="0">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795A4D99-3E00-AA83-2125-EECB54EE8D14}"/>
              </a:ext>
            </a:extLst>
          </p:cNvPr>
          <p:cNvSpPr/>
          <p:nvPr/>
        </p:nvSpPr>
        <p:spPr>
          <a:xfrm>
            <a:off x="451552" y="1689226"/>
            <a:ext cx="8916733"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パスワードを何度も間違えてアカウントがロックされてしまった場合</a:t>
            </a:r>
          </a:p>
        </p:txBody>
      </p:sp>
      <p:sp>
        <p:nvSpPr>
          <p:cNvPr id="5" name="正方形/長方形 4">
            <a:extLst>
              <a:ext uri="{FF2B5EF4-FFF2-40B4-BE49-F238E27FC236}">
                <a16:creationId xmlns:a16="http://schemas.microsoft.com/office/drawing/2014/main" id="{E5693AD4-643F-53FC-15A3-E8BFA5ECF809}"/>
              </a:ext>
            </a:extLst>
          </p:cNvPr>
          <p:cNvSpPr/>
          <p:nvPr/>
        </p:nvSpPr>
        <p:spPr>
          <a:xfrm>
            <a:off x="451551" y="2351502"/>
            <a:ext cx="9089264" cy="6752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2400" b="1" dirty="0">
                <a:solidFill>
                  <a:schemeClr val="tx1">
                    <a:lumMod val="95000"/>
                    <a:lumOff val="5000"/>
                  </a:schemeClr>
                </a:solidFill>
                <a:latin typeface="Meiryo UI" panose="020B0604030504040204" pitchFamily="50" charset="-128"/>
                <a:ea typeface="Meiryo UI" panose="020B0604030504040204" pitchFamily="50" charset="-128"/>
              </a:rPr>
              <a:t>ワンタイムパスワード用スマートフォンを自宅に忘れて確認できない場合</a:t>
            </a:r>
          </a:p>
        </p:txBody>
      </p:sp>
    </p:spTree>
    <p:extLst>
      <p:ext uri="{BB962C8B-B14F-4D97-AF65-F5344CB8AC3E}">
        <p14:creationId xmlns:p14="http://schemas.microsoft.com/office/powerpoint/2010/main" val="2602143416"/>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2688788"/>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6007</TotalTime>
  <Words>880</Words>
  <Application>Microsoft Office PowerPoint</Application>
  <PresentationFormat>ワイド画面</PresentationFormat>
  <Paragraphs>139</Paragraphs>
  <Slides>19</Slides>
  <Notes>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Meiryo UI</vt:lpstr>
      <vt:lpstr>游ゴシック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江熊 宏次</dc:creator>
  <cp:lastModifiedBy>安川 明伸</cp:lastModifiedBy>
  <cp:revision>139</cp:revision>
  <cp:lastPrinted>2023-09-13T08:10:10Z</cp:lastPrinted>
  <dcterms:created xsi:type="dcterms:W3CDTF">2022-12-13T01:31:16Z</dcterms:created>
  <dcterms:modified xsi:type="dcterms:W3CDTF">2025-05-22T10:31:38Z</dcterms:modified>
</cp:coreProperties>
</file>